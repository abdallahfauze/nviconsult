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21"/>
  </p:notesMasterIdLst>
  <p:handoutMasterIdLst>
    <p:handoutMasterId r:id="rId22"/>
  </p:handoutMasterIdLst>
  <p:sldIdLst>
    <p:sldId id="259" r:id="rId5"/>
    <p:sldId id="281" r:id="rId6"/>
    <p:sldId id="295" r:id="rId7"/>
    <p:sldId id="294" r:id="rId8"/>
    <p:sldId id="311" r:id="rId9"/>
    <p:sldId id="312" r:id="rId10"/>
    <p:sldId id="313" r:id="rId11"/>
    <p:sldId id="314" r:id="rId12"/>
    <p:sldId id="315" r:id="rId13"/>
    <p:sldId id="316" r:id="rId14"/>
    <p:sldId id="317" r:id="rId15"/>
    <p:sldId id="318" r:id="rId16"/>
    <p:sldId id="320" r:id="rId17"/>
    <p:sldId id="319" r:id="rId18"/>
    <p:sldId id="305" r:id="rId19"/>
    <p:sldId id="301" r:id="rId20"/>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1B7B"/>
    <a:srgbClr val="E11575"/>
    <a:srgbClr val="2FBADF"/>
    <a:srgbClr val="FBC116"/>
    <a:srgbClr val="FF3399"/>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7F3542-5F37-4257-A24C-5693198312CD}" v="5" dt="2024-12-11T08:21:54.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94598" autoAdjust="0"/>
  </p:normalViewPr>
  <p:slideViewPr>
    <p:cSldViewPr snapToGrid="0">
      <p:cViewPr varScale="1">
        <p:scale>
          <a:sx n="63" d="100"/>
          <a:sy n="63" d="100"/>
        </p:scale>
        <p:origin x="78" y="528"/>
      </p:cViewPr>
      <p:guideLst/>
    </p:cSldViewPr>
  </p:slideViewPr>
  <p:notesTextViewPr>
    <p:cViewPr>
      <p:scale>
        <a:sx n="1" d="1"/>
        <a:sy n="1" d="1"/>
      </p:scale>
      <p:origin x="0" y="0"/>
    </p:cViewPr>
  </p:notesTextViewPr>
  <p:sorterViewPr>
    <p:cViewPr varScale="1">
      <p:scale>
        <a:sx n="100" d="100"/>
        <a:sy n="100" d="100"/>
      </p:scale>
      <p:origin x="0" y="-638"/>
    </p:cViewPr>
  </p:sorterViewPr>
  <p:notesViewPr>
    <p:cSldViewPr snapToGrid="0">
      <p:cViewPr varScale="1">
        <p:scale>
          <a:sx n="114" d="100"/>
          <a:sy n="114" d="100"/>
        </p:scale>
        <p:origin x="2226"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hai hambrouch" userId="537c3abbb1c984b7" providerId="LiveId" clId="{8F7F3542-5F37-4257-A24C-5693198312CD}"/>
    <pc:docChg chg="undo custSel delSld modSld">
      <pc:chgData name="abdulhai hambrouch" userId="537c3abbb1c984b7" providerId="LiveId" clId="{8F7F3542-5F37-4257-A24C-5693198312CD}" dt="2024-12-11T08:25:21.997" v="576" actId="255"/>
      <pc:docMkLst>
        <pc:docMk/>
      </pc:docMkLst>
      <pc:sldChg chg="addSp modSp mod">
        <pc:chgData name="abdulhai hambrouch" userId="537c3abbb1c984b7" providerId="LiveId" clId="{8F7F3542-5F37-4257-A24C-5693198312CD}" dt="2024-12-11T08:12:37.454" v="187" actId="207"/>
        <pc:sldMkLst>
          <pc:docMk/>
          <pc:sldMk cId="170963834" sldId="259"/>
        </pc:sldMkLst>
        <pc:spChg chg="mod">
          <ac:chgData name="abdulhai hambrouch" userId="537c3abbb1c984b7" providerId="LiveId" clId="{8F7F3542-5F37-4257-A24C-5693198312CD}" dt="2024-12-11T08:09:33.560" v="147" actId="1076"/>
          <ac:spMkLst>
            <pc:docMk/>
            <pc:sldMk cId="170963834" sldId="259"/>
            <ac:spMk id="2" creationId="{D9B36C10-A9EA-414E-B3D3-09BAD9FA950D}"/>
          </ac:spMkLst>
        </pc:spChg>
        <pc:spChg chg="add mod">
          <ac:chgData name="abdulhai hambrouch" userId="537c3abbb1c984b7" providerId="LiveId" clId="{8F7F3542-5F37-4257-A24C-5693198312CD}" dt="2024-12-11T08:12:03.728" v="183" actId="207"/>
          <ac:spMkLst>
            <pc:docMk/>
            <pc:sldMk cId="170963834" sldId="259"/>
            <ac:spMk id="11" creationId="{3A392FAE-293C-5DFF-2D2D-FE880861E975}"/>
          </ac:spMkLst>
        </pc:spChg>
        <pc:spChg chg="add mod">
          <ac:chgData name="abdulhai hambrouch" userId="537c3abbb1c984b7" providerId="LiveId" clId="{8F7F3542-5F37-4257-A24C-5693198312CD}" dt="2024-12-11T08:12:12.397" v="184" actId="207"/>
          <ac:spMkLst>
            <pc:docMk/>
            <pc:sldMk cId="170963834" sldId="259"/>
            <ac:spMk id="12" creationId="{4D7ECFC3-BFD8-E04E-1EE7-8426AFAF03A2}"/>
          </ac:spMkLst>
        </pc:spChg>
        <pc:spChg chg="add mod">
          <ac:chgData name="abdulhai hambrouch" userId="537c3abbb1c984b7" providerId="LiveId" clId="{8F7F3542-5F37-4257-A24C-5693198312CD}" dt="2024-12-11T08:12:37.454" v="187" actId="207"/>
          <ac:spMkLst>
            <pc:docMk/>
            <pc:sldMk cId="170963834" sldId="259"/>
            <ac:spMk id="13" creationId="{6A4D0312-3AF7-573E-2F20-A92CA4DB2912}"/>
          </ac:spMkLst>
        </pc:spChg>
      </pc:sldChg>
      <pc:sldChg chg="delSp mod">
        <pc:chgData name="abdulhai hambrouch" userId="537c3abbb1c984b7" providerId="LiveId" clId="{8F7F3542-5F37-4257-A24C-5693198312CD}" dt="2024-12-11T08:23:13.904" v="477" actId="478"/>
        <pc:sldMkLst>
          <pc:docMk/>
          <pc:sldMk cId="2976291157" sldId="281"/>
        </pc:sldMkLst>
        <pc:spChg chg="del">
          <ac:chgData name="abdulhai hambrouch" userId="537c3abbb1c984b7" providerId="LiveId" clId="{8F7F3542-5F37-4257-A24C-5693198312CD}" dt="2024-12-11T08:23:13.904" v="477" actId="478"/>
          <ac:spMkLst>
            <pc:docMk/>
            <pc:sldMk cId="2976291157" sldId="281"/>
            <ac:spMk id="38" creationId="{4F07F2C9-B12E-4D08-B90F-5E6AA687A577}"/>
          </ac:spMkLst>
        </pc:spChg>
        <pc:spChg chg="del">
          <ac:chgData name="abdulhai hambrouch" userId="537c3abbb1c984b7" providerId="LiveId" clId="{8F7F3542-5F37-4257-A24C-5693198312CD}" dt="2024-12-11T08:23:10.007" v="476" actId="478"/>
          <ac:spMkLst>
            <pc:docMk/>
            <pc:sldMk cId="2976291157" sldId="281"/>
            <ac:spMk id="39" creationId="{F98A8A15-91B5-4554-95A4-612A5FC0ECC7}"/>
          </ac:spMkLst>
        </pc:spChg>
      </pc:sldChg>
      <pc:sldChg chg="delSp modSp mod">
        <pc:chgData name="abdulhai hambrouch" userId="537c3abbb1c984b7" providerId="LiveId" clId="{8F7F3542-5F37-4257-A24C-5693198312CD}" dt="2024-12-11T08:23:24" v="481" actId="478"/>
        <pc:sldMkLst>
          <pc:docMk/>
          <pc:sldMk cId="3871568735" sldId="294"/>
        </pc:sldMkLst>
        <pc:spChg chg="mod">
          <ac:chgData name="abdulhai hambrouch" userId="537c3abbb1c984b7" providerId="LiveId" clId="{8F7F3542-5F37-4257-A24C-5693198312CD}" dt="2024-12-11T08:13:53.861" v="192" actId="1076"/>
          <ac:spMkLst>
            <pc:docMk/>
            <pc:sldMk cId="3871568735" sldId="294"/>
            <ac:spMk id="2" creationId="{7E9D8101-4ED5-4D91-9EFA-B0E7C1EA6E26}"/>
          </ac:spMkLst>
        </pc:spChg>
        <pc:spChg chg="mod">
          <ac:chgData name="abdulhai hambrouch" userId="537c3abbb1c984b7" providerId="LiveId" clId="{8F7F3542-5F37-4257-A24C-5693198312CD}" dt="2024-12-11T08:14:25.912" v="198" actId="113"/>
          <ac:spMkLst>
            <pc:docMk/>
            <pc:sldMk cId="3871568735" sldId="294"/>
            <ac:spMk id="3" creationId="{B7D98F09-AA82-4443-B901-71F5DF765C10}"/>
          </ac:spMkLst>
        </pc:spChg>
        <pc:spChg chg="mod">
          <ac:chgData name="abdulhai hambrouch" userId="537c3abbb1c984b7" providerId="LiveId" clId="{8F7F3542-5F37-4257-A24C-5693198312CD}" dt="2024-12-11T08:14:30.657" v="200" actId="255"/>
          <ac:spMkLst>
            <pc:docMk/>
            <pc:sldMk cId="3871568735" sldId="294"/>
            <ac:spMk id="11" creationId="{777CD884-C95C-F579-F219-73227454818B}"/>
          </ac:spMkLst>
        </pc:spChg>
        <pc:spChg chg="del mod">
          <ac:chgData name="abdulhai hambrouch" userId="537c3abbb1c984b7" providerId="LiveId" clId="{8F7F3542-5F37-4257-A24C-5693198312CD}" dt="2024-12-11T08:23:21.823" v="480" actId="478"/>
          <ac:spMkLst>
            <pc:docMk/>
            <pc:sldMk cId="3871568735" sldId="294"/>
            <ac:spMk id="17" creationId="{1327B547-8C66-2AEA-EEC9-79349EDA579B}"/>
          </ac:spMkLst>
        </pc:spChg>
        <pc:spChg chg="del">
          <ac:chgData name="abdulhai hambrouch" userId="537c3abbb1c984b7" providerId="LiveId" clId="{8F7F3542-5F37-4257-A24C-5693198312CD}" dt="2024-12-11T08:23:24" v="481" actId="478"/>
          <ac:spMkLst>
            <pc:docMk/>
            <pc:sldMk cId="3871568735" sldId="294"/>
            <ac:spMk id="21" creationId="{F10EE328-0D5F-E047-A1B6-49315807D392}"/>
          </ac:spMkLst>
        </pc:spChg>
      </pc:sldChg>
      <pc:sldChg chg="delSp modSp mod">
        <pc:chgData name="abdulhai hambrouch" userId="537c3abbb1c984b7" providerId="LiveId" clId="{8F7F3542-5F37-4257-A24C-5693198312CD}" dt="2024-12-11T08:23:17.391" v="478" actId="478"/>
        <pc:sldMkLst>
          <pc:docMk/>
          <pc:sldMk cId="17902528" sldId="295"/>
        </pc:sldMkLst>
        <pc:spChg chg="mod">
          <ac:chgData name="abdulhai hambrouch" userId="537c3abbb1c984b7" providerId="LiveId" clId="{8F7F3542-5F37-4257-A24C-5693198312CD}" dt="2024-12-11T08:14:14.006" v="194" actId="113"/>
          <ac:spMkLst>
            <pc:docMk/>
            <pc:sldMk cId="17902528" sldId="295"/>
            <ac:spMk id="2" creationId="{1E6399C3-3EDC-4898-A2E4-D8ACEE6A32AA}"/>
          </ac:spMkLst>
        </pc:spChg>
        <pc:spChg chg="mod">
          <ac:chgData name="abdulhai hambrouch" userId="537c3abbb1c984b7" providerId="LiveId" clId="{8F7F3542-5F37-4257-A24C-5693198312CD}" dt="2024-12-11T08:14:49.568" v="213" actId="27636"/>
          <ac:spMkLst>
            <pc:docMk/>
            <pc:sldMk cId="17902528" sldId="295"/>
            <ac:spMk id="3" creationId="{AF5130D8-AD6A-4638-9059-326759848895}"/>
          </ac:spMkLst>
        </pc:spChg>
        <pc:spChg chg="mod">
          <ac:chgData name="abdulhai hambrouch" userId="537c3abbb1c984b7" providerId="LiveId" clId="{8F7F3542-5F37-4257-A24C-5693198312CD}" dt="2024-12-11T08:14:19.342" v="196" actId="255"/>
          <ac:spMkLst>
            <pc:docMk/>
            <pc:sldMk cId="17902528" sldId="295"/>
            <ac:spMk id="4" creationId="{1E20FDFE-10B5-185B-1BF1-631907FDDFE2}"/>
          </ac:spMkLst>
        </pc:spChg>
        <pc:spChg chg="mod">
          <ac:chgData name="abdulhai hambrouch" userId="537c3abbb1c984b7" providerId="LiveId" clId="{8F7F3542-5F37-4257-A24C-5693198312CD}" dt="2024-12-11T08:14:44.536" v="208" actId="20577"/>
          <ac:spMkLst>
            <pc:docMk/>
            <pc:sldMk cId="17902528" sldId="295"/>
            <ac:spMk id="6" creationId="{6E5EE199-AC49-2ED5-172E-23D08FBB1C7B}"/>
          </ac:spMkLst>
        </pc:spChg>
        <pc:spChg chg="del">
          <ac:chgData name="abdulhai hambrouch" userId="537c3abbb1c984b7" providerId="LiveId" clId="{8F7F3542-5F37-4257-A24C-5693198312CD}" dt="2024-12-11T08:23:17.391" v="478" actId="478"/>
          <ac:spMkLst>
            <pc:docMk/>
            <pc:sldMk cId="17902528" sldId="295"/>
            <ac:spMk id="182" creationId="{8BB1C063-9855-4E9A-936C-931C7C65E3C1}"/>
          </ac:spMkLst>
        </pc:spChg>
      </pc:sldChg>
      <pc:sldChg chg="del">
        <pc:chgData name="abdulhai hambrouch" userId="537c3abbb1c984b7" providerId="LiveId" clId="{8F7F3542-5F37-4257-A24C-5693198312CD}" dt="2024-12-11T08:08:15.761" v="0" actId="2696"/>
        <pc:sldMkLst>
          <pc:docMk/>
          <pc:sldMk cId="3495264433" sldId="300"/>
        </pc:sldMkLst>
      </pc:sldChg>
      <pc:sldChg chg="addSp delSp modSp mod">
        <pc:chgData name="abdulhai hambrouch" userId="537c3abbb1c984b7" providerId="LiveId" clId="{8F7F3542-5F37-4257-A24C-5693198312CD}" dt="2024-12-11T08:24:54.687" v="574" actId="20577"/>
        <pc:sldMkLst>
          <pc:docMk/>
          <pc:sldMk cId="3043070934" sldId="301"/>
        </pc:sldMkLst>
        <pc:spChg chg="mod">
          <ac:chgData name="abdulhai hambrouch" userId="537c3abbb1c984b7" providerId="LiveId" clId="{8F7F3542-5F37-4257-A24C-5693198312CD}" dt="2024-12-11T08:24:54.687" v="574" actId="20577"/>
          <ac:spMkLst>
            <pc:docMk/>
            <pc:sldMk cId="3043070934" sldId="301"/>
            <ac:spMk id="3" creationId="{7137E6E0-B242-46D9-ABE6-B318CABC4509}"/>
          </ac:spMkLst>
        </pc:spChg>
        <pc:spChg chg="add mod">
          <ac:chgData name="abdulhai hambrouch" userId="537c3abbb1c984b7" providerId="LiveId" clId="{8F7F3542-5F37-4257-A24C-5693198312CD}" dt="2024-12-11T08:24:39.475" v="538" actId="20577"/>
          <ac:spMkLst>
            <pc:docMk/>
            <pc:sldMk cId="3043070934" sldId="301"/>
            <ac:spMk id="4" creationId="{5BAD68DC-C582-F54C-B25B-B449F464EA08}"/>
          </ac:spMkLst>
        </pc:spChg>
        <pc:spChg chg="del">
          <ac:chgData name="abdulhai hambrouch" userId="537c3abbb1c984b7" providerId="LiveId" clId="{8F7F3542-5F37-4257-A24C-5693198312CD}" dt="2024-12-11T08:24:15.721" v="496" actId="478"/>
          <ac:spMkLst>
            <pc:docMk/>
            <pc:sldMk cId="3043070934" sldId="301"/>
            <ac:spMk id="35" creationId="{B7DBC9F7-37C7-4A2D-ACBC-EBDA35886D84}"/>
          </ac:spMkLst>
        </pc:spChg>
      </pc:sldChg>
      <pc:sldChg chg="delSp mod">
        <pc:chgData name="abdulhai hambrouch" userId="537c3abbb1c984b7" providerId="LiveId" clId="{8F7F3542-5F37-4257-A24C-5693198312CD}" dt="2024-12-11T08:24:12.293" v="495" actId="478"/>
        <pc:sldMkLst>
          <pc:docMk/>
          <pc:sldMk cId="276079138" sldId="305"/>
        </pc:sldMkLst>
        <pc:spChg chg="del">
          <ac:chgData name="abdulhai hambrouch" userId="537c3abbb1c984b7" providerId="LiveId" clId="{8F7F3542-5F37-4257-A24C-5693198312CD}" dt="2024-12-11T08:24:12.293" v="495" actId="478"/>
          <ac:spMkLst>
            <pc:docMk/>
            <pc:sldMk cId="276079138" sldId="305"/>
            <ac:spMk id="33" creationId="{F44FB830-1437-400F-A377-489B315C7813}"/>
          </ac:spMkLst>
        </pc:spChg>
      </pc:sldChg>
      <pc:sldChg chg="del">
        <pc:chgData name="abdulhai hambrouch" userId="537c3abbb1c984b7" providerId="LiveId" clId="{8F7F3542-5F37-4257-A24C-5693198312CD}" dt="2024-12-11T08:08:15.761" v="0" actId="2696"/>
        <pc:sldMkLst>
          <pc:docMk/>
          <pc:sldMk cId="742158403" sldId="306"/>
        </pc:sldMkLst>
      </pc:sldChg>
      <pc:sldChg chg="del">
        <pc:chgData name="abdulhai hambrouch" userId="537c3abbb1c984b7" providerId="LiveId" clId="{8F7F3542-5F37-4257-A24C-5693198312CD}" dt="2024-12-11T08:08:15.761" v="0" actId="2696"/>
        <pc:sldMkLst>
          <pc:docMk/>
          <pc:sldMk cId="4081779217" sldId="307"/>
        </pc:sldMkLst>
      </pc:sldChg>
      <pc:sldChg chg="del">
        <pc:chgData name="abdulhai hambrouch" userId="537c3abbb1c984b7" providerId="LiveId" clId="{8F7F3542-5F37-4257-A24C-5693198312CD}" dt="2024-12-11T08:22:44.114" v="475" actId="2696"/>
        <pc:sldMkLst>
          <pc:docMk/>
          <pc:sldMk cId="718815033" sldId="308"/>
        </pc:sldMkLst>
      </pc:sldChg>
      <pc:sldChg chg="del">
        <pc:chgData name="abdulhai hambrouch" userId="537c3abbb1c984b7" providerId="LiveId" clId="{8F7F3542-5F37-4257-A24C-5693198312CD}" dt="2024-12-11T08:08:15.761" v="0" actId="2696"/>
        <pc:sldMkLst>
          <pc:docMk/>
          <pc:sldMk cId="4280447412" sldId="310"/>
        </pc:sldMkLst>
      </pc:sldChg>
      <pc:sldChg chg="delSp modSp mod">
        <pc:chgData name="abdulhai hambrouch" userId="537c3abbb1c984b7" providerId="LiveId" clId="{8F7F3542-5F37-4257-A24C-5693198312CD}" dt="2024-12-11T08:23:29.442" v="483" actId="478"/>
        <pc:sldMkLst>
          <pc:docMk/>
          <pc:sldMk cId="1824058930" sldId="311"/>
        </pc:sldMkLst>
        <pc:spChg chg="mod">
          <ac:chgData name="abdulhai hambrouch" userId="537c3abbb1c984b7" providerId="LiveId" clId="{8F7F3542-5F37-4257-A24C-5693198312CD}" dt="2024-12-11T08:15:00.097" v="214" actId="113"/>
          <ac:spMkLst>
            <pc:docMk/>
            <pc:sldMk cId="1824058930" sldId="311"/>
            <ac:spMk id="3" creationId="{CC30188C-DB3E-EC8F-C7FE-4C2AAF574CD4}"/>
          </ac:spMkLst>
        </pc:spChg>
        <pc:spChg chg="mod">
          <ac:chgData name="abdulhai hambrouch" userId="537c3abbb1c984b7" providerId="LiveId" clId="{8F7F3542-5F37-4257-A24C-5693198312CD}" dt="2024-12-11T08:15:02.100" v="215" actId="113"/>
          <ac:spMkLst>
            <pc:docMk/>
            <pc:sldMk cId="1824058930" sldId="311"/>
            <ac:spMk id="11" creationId="{6628BFF0-D3A8-DB1E-8828-4345B1A40972}"/>
          </ac:spMkLst>
        </pc:spChg>
        <pc:spChg chg="del">
          <ac:chgData name="abdulhai hambrouch" userId="537c3abbb1c984b7" providerId="LiveId" clId="{8F7F3542-5F37-4257-A24C-5693198312CD}" dt="2024-12-11T08:23:27.514" v="482" actId="478"/>
          <ac:spMkLst>
            <pc:docMk/>
            <pc:sldMk cId="1824058930" sldId="311"/>
            <ac:spMk id="17" creationId="{BAFB52F0-0D41-FE9A-9B06-4001A194AC6E}"/>
          </ac:spMkLst>
        </pc:spChg>
        <pc:spChg chg="del">
          <ac:chgData name="abdulhai hambrouch" userId="537c3abbb1c984b7" providerId="LiveId" clId="{8F7F3542-5F37-4257-A24C-5693198312CD}" dt="2024-12-11T08:23:29.442" v="483" actId="478"/>
          <ac:spMkLst>
            <pc:docMk/>
            <pc:sldMk cId="1824058930" sldId="311"/>
            <ac:spMk id="21" creationId="{227DB03F-54F9-DECD-64B6-2E2472E76BD3}"/>
          </ac:spMkLst>
        </pc:spChg>
      </pc:sldChg>
      <pc:sldChg chg="modSp mod">
        <pc:chgData name="abdulhai hambrouch" userId="537c3abbb1c984b7" providerId="LiveId" clId="{8F7F3542-5F37-4257-A24C-5693198312CD}" dt="2024-12-11T08:15:09.900" v="217" actId="113"/>
        <pc:sldMkLst>
          <pc:docMk/>
          <pc:sldMk cId="3494956392" sldId="312"/>
        </pc:sldMkLst>
        <pc:spChg chg="mod">
          <ac:chgData name="abdulhai hambrouch" userId="537c3abbb1c984b7" providerId="LiveId" clId="{8F7F3542-5F37-4257-A24C-5693198312CD}" dt="2024-12-11T08:15:09.900" v="217" actId="113"/>
          <ac:spMkLst>
            <pc:docMk/>
            <pc:sldMk cId="3494956392" sldId="312"/>
            <ac:spMk id="11" creationId="{6F20CDFE-474E-A3D6-0AA7-F183B6B7F19F}"/>
          </ac:spMkLst>
        </pc:spChg>
        <pc:spChg chg="mod">
          <ac:chgData name="abdulhai hambrouch" userId="537c3abbb1c984b7" providerId="LiveId" clId="{8F7F3542-5F37-4257-A24C-5693198312CD}" dt="2024-12-11T08:15:06.887" v="216" actId="113"/>
          <ac:spMkLst>
            <pc:docMk/>
            <pc:sldMk cId="3494956392" sldId="312"/>
            <ac:spMk id="16" creationId="{F92E3050-E862-251D-5852-D4F7E57AC0C9}"/>
          </ac:spMkLst>
        </pc:spChg>
      </pc:sldChg>
      <pc:sldChg chg="delSp modSp mod">
        <pc:chgData name="abdulhai hambrouch" userId="537c3abbb1c984b7" providerId="LiveId" clId="{8F7F3542-5F37-4257-A24C-5693198312CD}" dt="2024-12-11T08:23:38.572" v="485" actId="478"/>
        <pc:sldMkLst>
          <pc:docMk/>
          <pc:sldMk cId="349113543" sldId="313"/>
        </pc:sldMkLst>
        <pc:spChg chg="mod">
          <ac:chgData name="abdulhai hambrouch" userId="537c3abbb1c984b7" providerId="LiveId" clId="{8F7F3542-5F37-4257-A24C-5693198312CD}" dt="2024-12-11T08:15:31.301" v="221" actId="255"/>
          <ac:spMkLst>
            <pc:docMk/>
            <pc:sldMk cId="349113543" sldId="313"/>
            <ac:spMk id="2" creationId="{961F106B-21A9-2891-6AE2-4B8B0E313F35}"/>
          </ac:spMkLst>
        </pc:spChg>
        <pc:spChg chg="del">
          <ac:chgData name="abdulhai hambrouch" userId="537c3abbb1c984b7" providerId="LiveId" clId="{8F7F3542-5F37-4257-A24C-5693198312CD}" dt="2024-12-11T08:23:38.572" v="485" actId="478"/>
          <ac:spMkLst>
            <pc:docMk/>
            <pc:sldMk cId="349113543" sldId="313"/>
            <ac:spMk id="4" creationId="{9AE56247-B4FF-5E9C-0F67-31A8D01410CC}"/>
          </ac:spMkLst>
        </pc:spChg>
        <pc:spChg chg="del">
          <ac:chgData name="abdulhai hambrouch" userId="537c3abbb1c984b7" providerId="LiveId" clId="{8F7F3542-5F37-4257-A24C-5693198312CD}" dt="2024-12-11T08:23:36.530" v="484" actId="478"/>
          <ac:spMkLst>
            <pc:docMk/>
            <pc:sldMk cId="349113543" sldId="313"/>
            <ac:spMk id="6" creationId="{58108EAF-C1FE-75AE-B24C-6A1C471E54BC}"/>
          </ac:spMkLst>
        </pc:spChg>
        <pc:spChg chg="mod">
          <ac:chgData name="abdulhai hambrouch" userId="537c3abbb1c984b7" providerId="LiveId" clId="{8F7F3542-5F37-4257-A24C-5693198312CD}" dt="2024-12-11T08:15:24.394" v="220" actId="255"/>
          <ac:spMkLst>
            <pc:docMk/>
            <pc:sldMk cId="349113543" sldId="313"/>
            <ac:spMk id="9" creationId="{C7419123-A6DC-4C1B-5CF1-FCC7AD76947B}"/>
          </ac:spMkLst>
        </pc:spChg>
      </pc:sldChg>
      <pc:sldChg chg="delSp modSp mod">
        <pc:chgData name="abdulhai hambrouch" userId="537c3abbb1c984b7" providerId="LiveId" clId="{8F7F3542-5F37-4257-A24C-5693198312CD}" dt="2024-12-11T08:23:44.938" v="487" actId="478"/>
        <pc:sldMkLst>
          <pc:docMk/>
          <pc:sldMk cId="2937930436" sldId="314"/>
        </pc:sldMkLst>
        <pc:spChg chg="mod">
          <ac:chgData name="abdulhai hambrouch" userId="537c3abbb1c984b7" providerId="LiveId" clId="{8F7F3542-5F37-4257-A24C-5693198312CD}" dt="2024-12-11T08:15:45.693" v="222" actId="113"/>
          <ac:spMkLst>
            <pc:docMk/>
            <pc:sldMk cId="2937930436" sldId="314"/>
            <ac:spMk id="2" creationId="{4DB5BB0E-E4DE-4461-53A4-370F1B15FF7C}"/>
          </ac:spMkLst>
        </pc:spChg>
        <pc:spChg chg="del">
          <ac:chgData name="abdulhai hambrouch" userId="537c3abbb1c984b7" providerId="LiveId" clId="{8F7F3542-5F37-4257-A24C-5693198312CD}" dt="2024-12-11T08:23:41.303" v="486" actId="478"/>
          <ac:spMkLst>
            <pc:docMk/>
            <pc:sldMk cId="2937930436" sldId="314"/>
            <ac:spMk id="4" creationId="{5ED1AE93-729C-AA58-06A1-70D1742B8AB6}"/>
          </ac:spMkLst>
        </pc:spChg>
        <pc:spChg chg="del">
          <ac:chgData name="abdulhai hambrouch" userId="537c3abbb1c984b7" providerId="LiveId" clId="{8F7F3542-5F37-4257-A24C-5693198312CD}" dt="2024-12-11T08:23:44.938" v="487" actId="478"/>
          <ac:spMkLst>
            <pc:docMk/>
            <pc:sldMk cId="2937930436" sldId="314"/>
            <ac:spMk id="6" creationId="{E759DC3B-D1C0-FD43-B638-7CBFDFB810F3}"/>
          </ac:spMkLst>
        </pc:spChg>
        <pc:spChg chg="mod">
          <ac:chgData name="abdulhai hambrouch" userId="537c3abbb1c984b7" providerId="LiveId" clId="{8F7F3542-5F37-4257-A24C-5693198312CD}" dt="2024-12-11T08:15:48.605" v="223" actId="113"/>
          <ac:spMkLst>
            <pc:docMk/>
            <pc:sldMk cId="2937930436" sldId="314"/>
            <ac:spMk id="9" creationId="{FF7D1393-31C6-08A9-D552-3B01AF3EA14A}"/>
          </ac:spMkLst>
        </pc:spChg>
      </pc:sldChg>
      <pc:sldChg chg="delSp mod">
        <pc:chgData name="abdulhai hambrouch" userId="537c3abbb1c984b7" providerId="LiveId" clId="{8F7F3542-5F37-4257-A24C-5693198312CD}" dt="2024-12-11T08:23:49.687" v="488" actId="478"/>
        <pc:sldMkLst>
          <pc:docMk/>
          <pc:sldMk cId="3437092438" sldId="315"/>
        </pc:sldMkLst>
        <pc:spChg chg="del">
          <ac:chgData name="abdulhai hambrouch" userId="537c3abbb1c984b7" providerId="LiveId" clId="{8F7F3542-5F37-4257-A24C-5693198312CD}" dt="2024-12-11T08:23:49.687" v="488" actId="478"/>
          <ac:spMkLst>
            <pc:docMk/>
            <pc:sldMk cId="3437092438" sldId="315"/>
            <ac:spMk id="4" creationId="{622CA61E-8046-5E4E-1B20-3F9D279F278F}"/>
          </ac:spMkLst>
        </pc:spChg>
      </pc:sldChg>
      <pc:sldChg chg="delSp mod">
        <pc:chgData name="abdulhai hambrouch" userId="537c3abbb1c984b7" providerId="LiveId" clId="{8F7F3542-5F37-4257-A24C-5693198312CD}" dt="2024-12-11T08:23:55.595" v="489" actId="478"/>
        <pc:sldMkLst>
          <pc:docMk/>
          <pc:sldMk cId="1296839371" sldId="316"/>
        </pc:sldMkLst>
        <pc:spChg chg="del">
          <ac:chgData name="abdulhai hambrouch" userId="537c3abbb1c984b7" providerId="LiveId" clId="{8F7F3542-5F37-4257-A24C-5693198312CD}" dt="2024-12-11T08:23:55.595" v="489" actId="478"/>
          <ac:spMkLst>
            <pc:docMk/>
            <pc:sldMk cId="1296839371" sldId="316"/>
            <ac:spMk id="4" creationId="{04D3372F-CEFA-AD59-5B93-0EE7F9D717F9}"/>
          </ac:spMkLst>
        </pc:spChg>
      </pc:sldChg>
      <pc:sldChg chg="delSp mod">
        <pc:chgData name="abdulhai hambrouch" userId="537c3abbb1c984b7" providerId="LiveId" clId="{8F7F3542-5F37-4257-A24C-5693198312CD}" dt="2024-12-11T08:23:59.443" v="490" actId="478"/>
        <pc:sldMkLst>
          <pc:docMk/>
          <pc:sldMk cId="3288038323" sldId="317"/>
        </pc:sldMkLst>
        <pc:spChg chg="del">
          <ac:chgData name="abdulhai hambrouch" userId="537c3abbb1c984b7" providerId="LiveId" clId="{8F7F3542-5F37-4257-A24C-5693198312CD}" dt="2024-12-11T08:23:59.443" v="490" actId="478"/>
          <ac:spMkLst>
            <pc:docMk/>
            <pc:sldMk cId="3288038323" sldId="317"/>
            <ac:spMk id="4" creationId="{13146ADC-ECC8-3A25-46B6-FC2A2404ECD8}"/>
          </ac:spMkLst>
        </pc:spChg>
      </pc:sldChg>
      <pc:sldChg chg="delSp mod">
        <pc:chgData name="abdulhai hambrouch" userId="537c3abbb1c984b7" providerId="LiveId" clId="{8F7F3542-5F37-4257-A24C-5693198312CD}" dt="2024-12-11T08:24:02.358" v="491" actId="478"/>
        <pc:sldMkLst>
          <pc:docMk/>
          <pc:sldMk cId="4180060453" sldId="318"/>
        </pc:sldMkLst>
        <pc:spChg chg="del">
          <ac:chgData name="abdulhai hambrouch" userId="537c3abbb1c984b7" providerId="LiveId" clId="{8F7F3542-5F37-4257-A24C-5693198312CD}" dt="2024-12-11T08:24:02.358" v="491" actId="478"/>
          <ac:spMkLst>
            <pc:docMk/>
            <pc:sldMk cId="4180060453" sldId="318"/>
            <ac:spMk id="4" creationId="{5BDDE568-03D9-2B05-B8E4-5D07E05F8B87}"/>
          </ac:spMkLst>
        </pc:spChg>
      </pc:sldChg>
      <pc:sldChg chg="delSp modSp mod">
        <pc:chgData name="abdulhai hambrouch" userId="537c3abbb1c984b7" providerId="LiveId" clId="{8F7F3542-5F37-4257-A24C-5693198312CD}" dt="2024-12-11T08:24:08.937" v="494" actId="478"/>
        <pc:sldMkLst>
          <pc:docMk/>
          <pc:sldMk cId="321940349" sldId="319"/>
        </pc:sldMkLst>
        <pc:spChg chg="del">
          <ac:chgData name="abdulhai hambrouch" userId="537c3abbb1c984b7" providerId="LiveId" clId="{8F7F3542-5F37-4257-A24C-5693198312CD}" dt="2024-12-11T08:24:08.937" v="494" actId="478"/>
          <ac:spMkLst>
            <pc:docMk/>
            <pc:sldMk cId="321940349" sldId="319"/>
            <ac:spMk id="4" creationId="{CB9E7C07-D32F-3DD2-7EF9-BAB86359BF57}"/>
          </ac:spMkLst>
        </pc:spChg>
        <pc:spChg chg="mod">
          <ac:chgData name="abdulhai hambrouch" userId="537c3abbb1c984b7" providerId="LiveId" clId="{8F7F3542-5F37-4257-A24C-5693198312CD}" dt="2024-12-11T08:20:21.469" v="235" actId="255"/>
          <ac:spMkLst>
            <pc:docMk/>
            <pc:sldMk cId="321940349" sldId="319"/>
            <ac:spMk id="5" creationId="{F383AD70-4302-81DF-C6A9-7EA40968C4DF}"/>
          </ac:spMkLst>
        </pc:spChg>
      </pc:sldChg>
      <pc:sldChg chg="delSp modSp mod">
        <pc:chgData name="abdulhai hambrouch" userId="537c3abbb1c984b7" providerId="LiveId" clId="{8F7F3542-5F37-4257-A24C-5693198312CD}" dt="2024-12-11T08:25:21.997" v="576" actId="255"/>
        <pc:sldMkLst>
          <pc:docMk/>
          <pc:sldMk cId="1122057007" sldId="320"/>
        </pc:sldMkLst>
        <pc:spChg chg="del mod">
          <ac:chgData name="abdulhai hambrouch" userId="537c3abbb1c984b7" providerId="LiveId" clId="{8F7F3542-5F37-4257-A24C-5693198312CD}" dt="2024-12-11T08:24:05.667" v="493" actId="478"/>
          <ac:spMkLst>
            <pc:docMk/>
            <pc:sldMk cId="1122057007" sldId="320"/>
            <ac:spMk id="4" creationId="{979C65E3-847A-D603-CB38-685054306E09}"/>
          </ac:spMkLst>
        </pc:spChg>
        <pc:spChg chg="mod">
          <ac:chgData name="abdulhai hambrouch" userId="537c3abbb1c984b7" providerId="LiveId" clId="{8F7F3542-5F37-4257-A24C-5693198312CD}" dt="2024-12-11T08:25:14.007" v="575" actId="255"/>
          <ac:spMkLst>
            <pc:docMk/>
            <pc:sldMk cId="1122057007" sldId="320"/>
            <ac:spMk id="5" creationId="{F79222E8-7687-48C7-E757-F94752FE8355}"/>
          </ac:spMkLst>
        </pc:spChg>
        <pc:spChg chg="mod">
          <ac:chgData name="abdulhai hambrouch" userId="537c3abbb1c984b7" providerId="LiveId" clId="{8F7F3542-5F37-4257-A24C-5693198312CD}" dt="2024-12-11T08:25:21.997" v="576" actId="255"/>
          <ac:spMkLst>
            <pc:docMk/>
            <pc:sldMk cId="1122057007" sldId="320"/>
            <ac:spMk id="10" creationId="{87D1AD38-8EEE-0E88-FD34-87800BBC1D1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4CA90D-FAE5-4CC1-874C-F8C9E6C3EF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C7087B5-F672-40FE-9915-815CBA9EB2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C26D27-016E-48F5-B33E-8A9AF3259A1C}" type="datetime1">
              <a:rPr lang="en-GB" smtClean="0"/>
              <a:t>11/12/2024</a:t>
            </a:fld>
            <a:endParaRPr lang="en-GB"/>
          </a:p>
        </p:txBody>
      </p:sp>
      <p:sp>
        <p:nvSpPr>
          <p:cNvPr id="4" name="Footer Placeholder 3">
            <a:extLst>
              <a:ext uri="{FF2B5EF4-FFF2-40B4-BE49-F238E27FC236}">
                <a16:creationId xmlns:a16="http://schemas.microsoft.com/office/drawing/2014/main" id="{8BE2D30A-24C7-499B-BF2A-8E5130AC9C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AD0FE9B-9EEE-4F4D-B5DD-0D553217C5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765E75-2179-4AE0-B0C7-D97955CF45FE}" type="slidenum">
              <a:rPr lang="en-GB" smtClean="0"/>
              <a:t>‹#›</a:t>
            </a:fld>
            <a:endParaRPr lang="en-GB"/>
          </a:p>
        </p:txBody>
      </p:sp>
    </p:spTree>
    <p:extLst>
      <p:ext uri="{BB962C8B-B14F-4D97-AF65-F5344CB8AC3E}">
        <p14:creationId xmlns:p14="http://schemas.microsoft.com/office/powerpoint/2010/main" val="225277867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48F8AC0-B329-4373-BBD0-89392C5748D6}" type="datetime1">
              <a:rPr lang="en-GB" smtClean="0"/>
              <a:t>11/12/2024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61EF503-E31C-4FCE-86D9-0C61A5CBE283}" type="slidenum">
              <a:rPr lang="en-GB" smtClean="0"/>
              <a:t>‹#›</a:t>
            </a:fld>
            <a:endParaRPr lang="en-GB" dirty="0"/>
          </a:p>
        </p:txBody>
      </p:sp>
    </p:spTree>
    <p:extLst>
      <p:ext uri="{BB962C8B-B14F-4D97-AF65-F5344CB8AC3E}">
        <p14:creationId xmlns:p14="http://schemas.microsoft.com/office/powerpoint/2010/main" val="343012801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p>
            <a:pPr rtl="0"/>
            <a:r>
              <a:rPr lang="en-GB"/>
              <a:t>2/7/20XX</a:t>
            </a:r>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
        <p:nvSpPr>
          <p:cNvPr id="45" name="Freeform: Shape 44">
            <a:extLst>
              <a:ext uri="{FF2B5EF4-FFF2-40B4-BE49-F238E27FC236}">
                <a16:creationId xmlns:a16="http://schemas.microsoft.com/office/drawing/2014/main" id="{0EB13613-B0EE-441F-BE95-C20ED5BBAD27}"/>
              </a:ext>
              <a:ext uri="{C183D7F6-B498-43B3-948B-1728B52AA6E4}">
                <adec:decorative xmlns:adec="http://schemas.microsoft.com/office/drawing/2017/decorative" val="1"/>
              </a:ext>
            </a:extLst>
          </p:cNvPr>
          <p:cNvSpPr/>
          <p:nvPr userDrawn="1"/>
        </p:nvSpPr>
        <p:spPr>
          <a:xfrm rot="10800000">
            <a:off x="-33556" y="-3643"/>
            <a:ext cx="4613230" cy="6861641"/>
          </a:xfrm>
          <a:custGeom>
            <a:avLst/>
            <a:gdLst>
              <a:gd name="connsiteX0" fmla="*/ 4613230 w 4613230"/>
              <a:gd name="connsiteY0" fmla="*/ 6861641 h 6861641"/>
              <a:gd name="connsiteX1" fmla="*/ 0 w 4613230"/>
              <a:gd name="connsiteY1" fmla="*/ 6861641 h 6861641"/>
              <a:gd name="connsiteX2" fmla="*/ 1788950 w 4613230"/>
              <a:gd name="connsiteY2" fmla="*/ 0 h 6861641"/>
              <a:gd name="connsiteX3" fmla="*/ 4613230 w 4613230"/>
              <a:gd name="connsiteY3" fmla="*/ 0 h 6861641"/>
              <a:gd name="connsiteX4" fmla="*/ 4613230 w 4613230"/>
              <a:gd name="connsiteY4" fmla="*/ 6861641 h 6861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3230" h="6861641">
                <a:moveTo>
                  <a:pt x="4613230" y="6861641"/>
                </a:moveTo>
                <a:lnTo>
                  <a:pt x="0" y="6861641"/>
                </a:lnTo>
                <a:lnTo>
                  <a:pt x="1788950" y="0"/>
                </a:lnTo>
                <a:lnTo>
                  <a:pt x="4613230" y="0"/>
                </a:lnTo>
                <a:lnTo>
                  <a:pt x="4613230" y="686164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indent="0" algn="ctr" rtl="0">
              <a:buFont typeface="Arial" panose="020B0604020202020204" pitchFamily="34" charset="0"/>
              <a:buNone/>
            </a:pPr>
            <a:endParaRPr lang="en-GB" dirty="0"/>
          </a:p>
        </p:txBody>
      </p:sp>
      <p:sp>
        <p:nvSpPr>
          <p:cNvPr id="44" name="Freeform: Shape 43">
            <a:extLst>
              <a:ext uri="{FF2B5EF4-FFF2-40B4-BE49-F238E27FC236}">
                <a16:creationId xmlns:a16="http://schemas.microsoft.com/office/drawing/2014/main" id="{2399D2ED-C606-4FE3-B01C-3A0A39699E38}"/>
              </a:ext>
              <a:ext uri="{C183D7F6-B498-43B3-948B-1728B52AA6E4}">
                <adec:decorative xmlns:adec="http://schemas.microsoft.com/office/drawing/2017/decorative" val="1"/>
              </a:ext>
            </a:extLst>
          </p:cNvPr>
          <p:cNvSpPr/>
          <p:nvPr userDrawn="1"/>
        </p:nvSpPr>
        <p:spPr>
          <a:xfrm rot="10800000">
            <a:off x="-33556" y="-14280"/>
            <a:ext cx="4615080" cy="10637"/>
          </a:xfrm>
          <a:custGeom>
            <a:avLst/>
            <a:gdLst>
              <a:gd name="connsiteX0" fmla="*/ 4615080 w 4615080"/>
              <a:gd name="connsiteY0" fmla="*/ 10637 h 10637"/>
              <a:gd name="connsiteX1" fmla="*/ 0 w 4615080"/>
              <a:gd name="connsiteY1" fmla="*/ 7095 h 10637"/>
              <a:gd name="connsiteX2" fmla="*/ 1850 w 4615080"/>
              <a:gd name="connsiteY2" fmla="*/ 0 h 10637"/>
              <a:gd name="connsiteX3" fmla="*/ 4615080 w 4615080"/>
              <a:gd name="connsiteY3" fmla="*/ 0 h 10637"/>
              <a:gd name="connsiteX4" fmla="*/ 4615080 w 4615080"/>
              <a:gd name="connsiteY4" fmla="*/ 10637 h 10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5080" h="10637">
                <a:moveTo>
                  <a:pt x="4615080" y="10637"/>
                </a:moveTo>
                <a:lnTo>
                  <a:pt x="0" y="7095"/>
                </a:lnTo>
                <a:lnTo>
                  <a:pt x="1850" y="0"/>
                </a:lnTo>
                <a:lnTo>
                  <a:pt x="4615080" y="0"/>
                </a:lnTo>
                <a:lnTo>
                  <a:pt x="4615080" y="1063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dirty="0"/>
          </a:p>
        </p:txBody>
      </p:sp>
      <p:cxnSp>
        <p:nvCxnSpPr>
          <p:cNvPr id="10" name="Straight Connector 9">
            <a:extLst>
              <a:ext uri="{FF2B5EF4-FFF2-40B4-BE49-F238E27FC236}">
                <a16:creationId xmlns:a16="http://schemas.microsoft.com/office/drawing/2014/main" id="{8A05C98F-3390-4876-ACE6-6BDD7A931BDC}"/>
              </a:ext>
              <a:ext uri="{C183D7F6-B498-43B3-948B-1728B52AA6E4}">
                <adec:decorative xmlns:adec="http://schemas.microsoft.com/office/drawing/2017/decorative" val="1"/>
              </a:ext>
            </a:extLst>
          </p:cNvPr>
          <p:cNvCxnSpPr>
            <a:cxnSpLocks/>
          </p:cNvCxnSpPr>
          <p:nvPr userDrawn="1"/>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26F8EC6-7B48-45CF-933E-F83D29E1692D}"/>
              </a:ext>
              <a:ext uri="{C183D7F6-B498-43B3-948B-1728B52AA6E4}">
                <adec:decorative xmlns:adec="http://schemas.microsoft.com/office/drawing/2017/decorative" val="1"/>
              </a:ext>
            </a:extLst>
          </p:cNvPr>
          <p:cNvCxnSpPr>
            <a:cxnSpLocks/>
          </p:cNvCxnSpPr>
          <p:nvPr userDrawn="1"/>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37FFCAA-1618-46D9-B44D-5CE6E225DB8B}"/>
              </a:ext>
              <a:ext uri="{C183D7F6-B498-43B3-948B-1728B52AA6E4}">
                <adec:decorative xmlns:adec="http://schemas.microsoft.com/office/drawing/2017/decorative" val="1"/>
              </a:ext>
            </a:extLst>
          </p:cNvPr>
          <p:cNvCxnSpPr>
            <a:cxnSpLocks/>
          </p:cNvCxnSpPr>
          <p:nvPr userDrawn="1"/>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6F2CA3C-3424-4A00-9FDF-0DC9EFAC22F1}"/>
              </a:ext>
              <a:ext uri="{C183D7F6-B498-43B3-948B-1728B52AA6E4}">
                <adec:decorative xmlns:adec="http://schemas.microsoft.com/office/drawing/2017/decorative" val="1"/>
              </a:ext>
            </a:extLst>
          </p:cNvPr>
          <p:cNvCxnSpPr>
            <a:cxnSpLocks/>
          </p:cNvCxnSpPr>
          <p:nvPr userDrawn="1"/>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0FA2E1A-8693-4B6C-ABF7-81B17586C3A0}"/>
              </a:ext>
              <a:ext uri="{C183D7F6-B498-43B3-948B-1728B52AA6E4}">
                <adec:decorative xmlns:adec="http://schemas.microsoft.com/office/drawing/2017/decorative" val="1"/>
              </a:ext>
            </a:extLst>
          </p:cNvPr>
          <p:cNvCxnSpPr>
            <a:cxnSpLocks/>
          </p:cNvCxnSpPr>
          <p:nvPr userDrawn="1"/>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48" name="Picture Placeholder 47">
            <a:extLst>
              <a:ext uri="{FF2B5EF4-FFF2-40B4-BE49-F238E27FC236}">
                <a16:creationId xmlns:a16="http://schemas.microsoft.com/office/drawing/2014/main" id="{C564A0C9-27BD-49AC-A786-23623E329EE8}"/>
              </a:ext>
            </a:extLst>
          </p:cNvPr>
          <p:cNvSpPr>
            <a:spLocks noGrp="1"/>
          </p:cNvSpPr>
          <p:nvPr>
            <p:ph type="pic" sz="quarter" idx="13"/>
          </p:nvPr>
        </p:nvSpPr>
        <p:spPr>
          <a:xfrm>
            <a:off x="2623279" y="0"/>
            <a:ext cx="9568721" cy="6858000"/>
          </a:xfrm>
          <a:custGeom>
            <a:avLst/>
            <a:gdLst>
              <a:gd name="connsiteX0" fmla="*/ 1955447 w 9568721"/>
              <a:gd name="connsiteY0" fmla="*/ 0 h 6858000"/>
              <a:gd name="connsiteX1" fmla="*/ 9568721 w 9568721"/>
              <a:gd name="connsiteY1" fmla="*/ 0 h 6858000"/>
              <a:gd name="connsiteX2" fmla="*/ 9568721 w 9568721"/>
              <a:gd name="connsiteY2" fmla="*/ 6858000 h 6858000"/>
              <a:gd name="connsiteX3" fmla="*/ 0 w 9568721"/>
              <a:gd name="connsiteY3" fmla="*/ 6858000 h 6858000"/>
              <a:gd name="connsiteX4" fmla="*/ 0 w 9568721"/>
              <a:gd name="connsiteY4" fmla="*/ 6857998 h 6858000"/>
              <a:gd name="connsiteX5" fmla="*/ 167446 w 9568721"/>
              <a:gd name="connsiteY5" fmla="*/ 68579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68721" h="6858000">
                <a:moveTo>
                  <a:pt x="1955447" y="0"/>
                </a:moveTo>
                <a:lnTo>
                  <a:pt x="9568721" y="0"/>
                </a:lnTo>
                <a:lnTo>
                  <a:pt x="9568721" y="6858000"/>
                </a:lnTo>
                <a:lnTo>
                  <a:pt x="0" y="6858000"/>
                </a:lnTo>
                <a:lnTo>
                  <a:pt x="0" y="6857998"/>
                </a:lnTo>
                <a:lnTo>
                  <a:pt x="167446" y="6857998"/>
                </a:lnTo>
                <a:close/>
              </a:path>
            </a:pathLst>
          </a:custGeom>
          <a:solidFill>
            <a:schemeClr val="accent2"/>
          </a:solidFill>
        </p:spPr>
        <p:txBody>
          <a:bodyPr wrap="square" rtlCol="0">
            <a:noAutofit/>
          </a:bodyPr>
          <a:lstStyle/>
          <a:p>
            <a:pPr rtl="0"/>
            <a:r>
              <a:rPr lang="en-US"/>
              <a:t>Click icon to add picture</a:t>
            </a:r>
            <a:endParaRPr lang="en-GB" dirty="0"/>
          </a:p>
        </p:txBody>
      </p:sp>
      <p:sp>
        <p:nvSpPr>
          <p:cNvPr id="6" name="Title 5">
            <a:extLst>
              <a:ext uri="{FF2B5EF4-FFF2-40B4-BE49-F238E27FC236}">
                <a16:creationId xmlns:a16="http://schemas.microsoft.com/office/drawing/2014/main" id="{208E3DBC-8B68-468D-8087-25FED9397CBE}"/>
              </a:ext>
            </a:extLst>
          </p:cNvPr>
          <p:cNvSpPr>
            <a:spLocks noGrp="1"/>
          </p:cNvSpPr>
          <p:nvPr>
            <p:ph type="title"/>
          </p:nvPr>
        </p:nvSpPr>
        <p:spPr>
          <a:xfrm>
            <a:off x="520697" y="1040001"/>
            <a:ext cx="3338625" cy="3150159"/>
          </a:xfrm>
        </p:spPr>
        <p:txBody>
          <a:bodyPr rtlCol="0" anchor="t"/>
          <a:lstStyle/>
          <a:p>
            <a:pPr rtl="0"/>
            <a:r>
              <a:rPr lang="en-US"/>
              <a:t>Click to edit Master title style</a:t>
            </a:r>
            <a:endParaRPr lang="en-GB"/>
          </a:p>
        </p:txBody>
      </p:sp>
      <p:sp>
        <p:nvSpPr>
          <p:cNvPr id="15" name="Text Placeholder 14">
            <a:extLst>
              <a:ext uri="{FF2B5EF4-FFF2-40B4-BE49-F238E27FC236}">
                <a16:creationId xmlns:a16="http://schemas.microsoft.com/office/drawing/2014/main" id="{490C672D-EAE7-4BF2-81BB-72858B251D1C}"/>
              </a:ext>
            </a:extLst>
          </p:cNvPr>
          <p:cNvSpPr>
            <a:spLocks noGrp="1"/>
          </p:cNvSpPr>
          <p:nvPr>
            <p:ph type="body" sz="quarter" idx="14" hasCustomPrompt="1"/>
          </p:nvPr>
        </p:nvSpPr>
        <p:spPr>
          <a:xfrm>
            <a:off x="490538" y="4240213"/>
            <a:ext cx="3497262" cy="1801812"/>
          </a:xfrm>
        </p:spPr>
        <p:txBody>
          <a:bodyPr rtlCol="0">
            <a:normAutofit/>
          </a:bodyPr>
          <a:lstStyle>
            <a:lvl1pPr marL="0" indent="0">
              <a:buNone/>
              <a:defRPr sz="2400"/>
            </a:lvl1pPr>
            <a:lvl2pPr>
              <a:buNone/>
              <a:defRPr sz="1600"/>
            </a:lvl2pPr>
            <a:lvl3pPr>
              <a:buNone/>
              <a:defRPr sz="1600"/>
            </a:lvl3pPr>
            <a:lvl4pPr>
              <a:buNone/>
              <a:defRPr sz="1600"/>
            </a:lvl4pPr>
            <a:lvl5pPr>
              <a:buNone/>
              <a:defRPr sz="1600"/>
            </a:lvl5pPr>
          </a:lstStyle>
          <a:p>
            <a:pPr lvl="0" rtl="0"/>
            <a:r>
              <a:rPr lang="en-GB"/>
              <a:t>Presentation Name</a:t>
            </a:r>
          </a:p>
        </p:txBody>
      </p:sp>
    </p:spTree>
    <p:extLst>
      <p:ext uri="{BB962C8B-B14F-4D97-AF65-F5344CB8AC3E}">
        <p14:creationId xmlns:p14="http://schemas.microsoft.com/office/powerpoint/2010/main" val="1742368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CA046725-2805-431E-AA4E-0B018DFB3EAC}"/>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Rectangle 23">
            <a:extLst>
              <a:ext uri="{FF2B5EF4-FFF2-40B4-BE49-F238E27FC236}">
                <a16:creationId xmlns:a16="http://schemas.microsoft.com/office/drawing/2014/main" id="{3C30A62C-FEC9-4F1D-976E-DB003592FD3E}"/>
              </a:ext>
              <a:ext uri="{C183D7F6-B498-43B3-948B-1728B52AA6E4}">
                <adec:decorative xmlns:adec="http://schemas.microsoft.com/office/drawing/2017/decorative" val="1"/>
              </a:ext>
            </a:extLst>
          </p:cNvPr>
          <p:cNvSpPr/>
          <p:nvPr userDrawn="1"/>
        </p:nvSpPr>
        <p:spPr>
          <a:xfrm rot="10800000">
            <a:off x="0" y="-5979"/>
            <a:ext cx="5111086" cy="693221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121508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215089 w 6125882"/>
              <a:gd name="connsiteY4" fmla="*/ 0 h 6857998"/>
              <a:gd name="connsiteX0" fmla="*/ 1222204 w 6132997"/>
              <a:gd name="connsiteY0" fmla="*/ 0 h 6881904"/>
              <a:gd name="connsiteX1" fmla="*/ 6132997 w 6132997"/>
              <a:gd name="connsiteY1" fmla="*/ 0 h 6881904"/>
              <a:gd name="connsiteX2" fmla="*/ 6132997 w 6132997"/>
              <a:gd name="connsiteY2" fmla="*/ 6857998 h 6881904"/>
              <a:gd name="connsiteX3" fmla="*/ 0 w 6132997"/>
              <a:gd name="connsiteY3" fmla="*/ 6881904 h 6881904"/>
              <a:gd name="connsiteX4" fmla="*/ 1222204 w 6132997"/>
              <a:gd name="connsiteY4" fmla="*/ 0 h 6881904"/>
              <a:gd name="connsiteX0" fmla="*/ 1348644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348644 w 6132997"/>
              <a:gd name="connsiteY4" fmla="*/ 0 h 6893857"/>
              <a:gd name="connsiteX0" fmla="*/ 1457021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457021 w 6132997"/>
              <a:gd name="connsiteY4" fmla="*/ 0 h 6893857"/>
              <a:gd name="connsiteX0" fmla="*/ 1754909 w 6430885"/>
              <a:gd name="connsiteY0" fmla="*/ 0 h 6869951"/>
              <a:gd name="connsiteX1" fmla="*/ 6430885 w 6430885"/>
              <a:gd name="connsiteY1" fmla="*/ 11953 h 6869951"/>
              <a:gd name="connsiteX2" fmla="*/ 6430885 w 6430885"/>
              <a:gd name="connsiteY2" fmla="*/ 6869951 h 6869951"/>
              <a:gd name="connsiteX3" fmla="*/ 0 w 6430885"/>
              <a:gd name="connsiteY3" fmla="*/ 6869951 h 6869951"/>
              <a:gd name="connsiteX4" fmla="*/ 1754909 w 6430885"/>
              <a:gd name="connsiteY4" fmla="*/ 0 h 6869951"/>
              <a:gd name="connsiteX0" fmla="*/ 2023235 w 6699211"/>
              <a:gd name="connsiteY0" fmla="*/ 0 h 6869951"/>
              <a:gd name="connsiteX1" fmla="*/ 6699211 w 6699211"/>
              <a:gd name="connsiteY1" fmla="*/ 11953 h 6869951"/>
              <a:gd name="connsiteX2" fmla="*/ 6699211 w 6699211"/>
              <a:gd name="connsiteY2" fmla="*/ 6869951 h 6869951"/>
              <a:gd name="connsiteX3" fmla="*/ 0 w 6699211"/>
              <a:gd name="connsiteY3" fmla="*/ 6856303 h 6869951"/>
              <a:gd name="connsiteX4" fmla="*/ 2023235 w 6699211"/>
              <a:gd name="connsiteY4" fmla="*/ 0 h 6869951"/>
              <a:gd name="connsiteX0" fmla="*/ 2702995 w 6699211"/>
              <a:gd name="connsiteY0" fmla="*/ 42638 h 6857998"/>
              <a:gd name="connsiteX1" fmla="*/ 6699211 w 6699211"/>
              <a:gd name="connsiteY1" fmla="*/ 0 h 6857998"/>
              <a:gd name="connsiteX2" fmla="*/ 6699211 w 6699211"/>
              <a:gd name="connsiteY2" fmla="*/ 6857998 h 6857998"/>
              <a:gd name="connsiteX3" fmla="*/ 0 w 6699211"/>
              <a:gd name="connsiteY3" fmla="*/ 6844350 h 6857998"/>
              <a:gd name="connsiteX4" fmla="*/ 2702995 w 6699211"/>
              <a:gd name="connsiteY4" fmla="*/ 42638 h 6857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9211" h="6857998">
                <a:moveTo>
                  <a:pt x="2702995" y="42638"/>
                </a:moveTo>
                <a:lnTo>
                  <a:pt x="6699211" y="0"/>
                </a:lnTo>
                <a:lnTo>
                  <a:pt x="6699211" y="6857998"/>
                </a:lnTo>
                <a:lnTo>
                  <a:pt x="0" y="6844350"/>
                </a:lnTo>
                <a:lnTo>
                  <a:pt x="2702995" y="42638"/>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Title 1">
            <a:extLst>
              <a:ext uri="{FF2B5EF4-FFF2-40B4-BE49-F238E27FC236}">
                <a16:creationId xmlns:a16="http://schemas.microsoft.com/office/drawing/2014/main" id="{ACA2C262-0DF7-4EBE-8F23-D1240B3BB5A9}"/>
              </a:ext>
            </a:extLst>
          </p:cNvPr>
          <p:cNvSpPr>
            <a:spLocks noGrp="1"/>
          </p:cNvSpPr>
          <p:nvPr>
            <p:ph type="title"/>
          </p:nvPr>
        </p:nvSpPr>
        <p:spPr>
          <a:xfrm>
            <a:off x="680485" y="675167"/>
            <a:ext cx="3761862" cy="3055078"/>
          </a:xfrm>
        </p:spPr>
        <p:txBody>
          <a:bodyPr rtlCol="0" anchor="t">
            <a:normAutofit/>
          </a:bodyPr>
          <a:lstStyle>
            <a:lvl1pPr>
              <a:defRPr sz="4400"/>
            </a:lvl1pPr>
          </a:lstStyle>
          <a:p>
            <a:pPr rtl="0"/>
            <a:r>
              <a:rPr lang="en-US"/>
              <a:t>Click to edit Master title style</a:t>
            </a:r>
            <a:endParaRPr lang="en-GB" dirty="0"/>
          </a:p>
        </p:txBody>
      </p:sp>
      <p:sp>
        <p:nvSpPr>
          <p:cNvPr id="8" name="Content Placeholder 2">
            <a:extLst>
              <a:ext uri="{FF2B5EF4-FFF2-40B4-BE49-F238E27FC236}">
                <a16:creationId xmlns:a16="http://schemas.microsoft.com/office/drawing/2014/main" id="{430E531D-ED29-45E2-A30F-0363B29E057C}"/>
              </a:ext>
            </a:extLst>
          </p:cNvPr>
          <p:cNvSpPr>
            <a:spLocks noGrp="1"/>
          </p:cNvSpPr>
          <p:nvPr>
            <p:ph idx="1"/>
          </p:nvPr>
        </p:nvSpPr>
        <p:spPr>
          <a:xfrm>
            <a:off x="5167424" y="533400"/>
            <a:ext cx="3794512" cy="5797237"/>
          </a:xfrm>
        </p:spPr>
        <p:txBody>
          <a:bodyPr rtlCol="0" anchor="ctr">
            <a:normAutofit/>
          </a:bodyPr>
          <a:lstStyle>
            <a:lvl1pPr>
              <a:buNone/>
              <a:defRPr/>
            </a:lvl1pPr>
          </a:lstStyle>
          <a:p>
            <a:pPr lvl="0" rtl="0"/>
            <a:r>
              <a:rPr lang="en-US"/>
              <a:t>Click to edit Master text styles</a:t>
            </a:r>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p>
            <a:pPr rtl="0"/>
            <a:r>
              <a:rPr lang="en-GB"/>
              <a:t>Sample Footer Text</a:t>
            </a:r>
          </a:p>
        </p:txBody>
      </p:sp>
      <p:cxnSp>
        <p:nvCxnSpPr>
          <p:cNvPr id="10" name="Straight Connector 9">
            <a:extLst>
              <a:ext uri="{FF2B5EF4-FFF2-40B4-BE49-F238E27FC236}">
                <a16:creationId xmlns:a16="http://schemas.microsoft.com/office/drawing/2014/main" id="{0801F434-3E0E-40D9-A2D3-857BAE77D1D7}"/>
              </a:ext>
              <a:ext uri="{C183D7F6-B498-43B3-948B-1728B52AA6E4}">
                <adec:decorative xmlns:adec="http://schemas.microsoft.com/office/drawing/2017/decorative" val="1"/>
              </a:ext>
            </a:extLst>
          </p:cNvPr>
          <p:cNvCxnSpPr>
            <a:cxnSpLocks/>
            <a:stCxn id="5" idx="2"/>
          </p:cNvCxnSpPr>
          <p:nvPr userDrawn="1"/>
        </p:nvCxnSpPr>
        <p:spPr>
          <a:xfrm flipH="1" flipV="1">
            <a:off x="0" y="5329451"/>
            <a:ext cx="6096000" cy="15285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D44F5C56-0053-4E4A-BFFF-E98E7B91CCA9}"/>
              </a:ext>
            </a:extLst>
          </p:cNvPr>
          <p:cNvSpPr>
            <a:spLocks noGrp="1"/>
          </p:cNvSpPr>
          <p:nvPr>
            <p:ph type="pic" sz="quarter" idx="13"/>
          </p:nvPr>
        </p:nvSpPr>
        <p:spPr>
          <a:xfrm>
            <a:off x="9531096" y="0"/>
            <a:ext cx="2660904" cy="3429000"/>
          </a:xfrm>
          <a:solidFill>
            <a:schemeClr val="accent2"/>
          </a:solidFill>
        </p:spPr>
        <p:txBody>
          <a:bodyPr rtlCol="0"/>
          <a:lstStyle/>
          <a:p>
            <a:pPr rtl="0"/>
            <a:r>
              <a:rPr lang="en-US"/>
              <a:t>Click icon to add picture</a:t>
            </a:r>
            <a:endParaRPr lang="en-GB" dirty="0"/>
          </a:p>
        </p:txBody>
      </p:sp>
      <p:sp>
        <p:nvSpPr>
          <p:cNvPr id="14" name="Picture Placeholder 12">
            <a:extLst>
              <a:ext uri="{FF2B5EF4-FFF2-40B4-BE49-F238E27FC236}">
                <a16:creationId xmlns:a16="http://schemas.microsoft.com/office/drawing/2014/main" id="{226008DD-DEA7-4900-8D76-128694E12320}"/>
              </a:ext>
            </a:extLst>
          </p:cNvPr>
          <p:cNvSpPr>
            <a:spLocks noGrp="1"/>
          </p:cNvSpPr>
          <p:nvPr>
            <p:ph type="pic" sz="quarter" idx="14"/>
          </p:nvPr>
        </p:nvSpPr>
        <p:spPr>
          <a:xfrm>
            <a:off x="9531096" y="3383280"/>
            <a:ext cx="2660904" cy="3474720"/>
          </a:xfrm>
          <a:solidFill>
            <a:schemeClr val="accent2"/>
          </a:solidFill>
        </p:spPr>
        <p:txBody>
          <a:bodyPr rtlCol="0"/>
          <a:lstStyle/>
          <a:p>
            <a:pPr rtl="0"/>
            <a:r>
              <a:rPr lang="en-US"/>
              <a:t>Click icon to add picture</a:t>
            </a:r>
            <a:endParaRPr lang="en-GB" dirty="0"/>
          </a:p>
        </p:txBody>
      </p:sp>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p>
            <a:pPr rtl="0"/>
            <a:r>
              <a:rPr lang="en-GB"/>
              <a:t>2/7/20XX</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1099851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F3DC9447-F266-4B2E-8776-377FB587EEA9}"/>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Title 1">
            <a:extLst>
              <a:ext uri="{FF2B5EF4-FFF2-40B4-BE49-F238E27FC236}">
                <a16:creationId xmlns:a16="http://schemas.microsoft.com/office/drawing/2014/main" id="{67F96C23-62A5-470B-9372-6381453507D1}"/>
              </a:ext>
            </a:extLst>
          </p:cNvPr>
          <p:cNvSpPr>
            <a:spLocks noGrp="1"/>
          </p:cNvSpPr>
          <p:nvPr>
            <p:ph type="title"/>
          </p:nvPr>
        </p:nvSpPr>
        <p:spPr>
          <a:xfrm>
            <a:off x="5693734" y="557304"/>
            <a:ext cx="5355265" cy="1625731"/>
          </a:xfrm>
        </p:spPr>
        <p:txBody>
          <a:bodyPr rtlCol="0">
            <a:normAutofit/>
          </a:bodyPr>
          <a:lstStyle>
            <a:lvl1pPr>
              <a:defRPr sz="4400"/>
            </a:lvl1pPr>
          </a:lstStyle>
          <a:p>
            <a:pPr rtl="0"/>
            <a:r>
              <a:rPr lang="en-US"/>
              <a:t>Click to edit Master title style</a:t>
            </a:r>
            <a:endParaRPr lang="en-GB" dirty="0"/>
          </a:p>
        </p:txBody>
      </p:sp>
      <p:cxnSp>
        <p:nvCxnSpPr>
          <p:cNvPr id="10" name="Straight Connector 9">
            <a:extLst>
              <a:ext uri="{FF2B5EF4-FFF2-40B4-BE49-F238E27FC236}">
                <a16:creationId xmlns:a16="http://schemas.microsoft.com/office/drawing/2014/main" id="{34B16D8F-69C0-44C7-95EE-6C7CDECACDAF}"/>
              </a:ext>
              <a:ext uri="{C183D7F6-B498-43B3-948B-1728B52AA6E4}">
                <adec:decorative xmlns:adec="http://schemas.microsoft.com/office/drawing/2017/decorative" val="1"/>
              </a:ext>
            </a:extLst>
          </p:cNvPr>
          <p:cNvCxnSpPr>
            <a:cxnSpLocks/>
          </p:cNvCxnSpPr>
          <p:nvPr userDrawn="1"/>
        </p:nvCxnSpPr>
        <p:spPr>
          <a:xfrm flipV="1">
            <a:off x="4576137" y="0"/>
            <a:ext cx="668374"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E8FA2190-55B9-429E-AE43-1A9A41DBEBF9}"/>
              </a:ext>
            </a:extLst>
          </p:cNvPr>
          <p:cNvSpPr>
            <a:spLocks noGrp="1"/>
          </p:cNvSpPr>
          <p:nvPr>
            <p:ph type="pic" sz="quarter" idx="13"/>
          </p:nvPr>
        </p:nvSpPr>
        <p:spPr>
          <a:xfrm>
            <a:off x="1" y="0"/>
            <a:ext cx="4742121" cy="3434316"/>
          </a:xfrm>
          <a:custGeom>
            <a:avLst/>
            <a:gdLst>
              <a:gd name="connsiteX0" fmla="*/ 0 w 4742121"/>
              <a:gd name="connsiteY0" fmla="*/ 0 h 3434316"/>
              <a:gd name="connsiteX1" fmla="*/ 4306186 w 4742121"/>
              <a:gd name="connsiteY1" fmla="*/ 0 h 3434316"/>
              <a:gd name="connsiteX2" fmla="*/ 4742121 w 4742121"/>
              <a:gd name="connsiteY2" fmla="*/ 3434316 h 3434316"/>
              <a:gd name="connsiteX3" fmla="*/ 0 w 4742121"/>
              <a:gd name="connsiteY3" fmla="*/ 3434316 h 3434316"/>
            </a:gdLst>
            <a:ahLst/>
            <a:cxnLst>
              <a:cxn ang="0">
                <a:pos x="connsiteX0" y="connsiteY0"/>
              </a:cxn>
              <a:cxn ang="0">
                <a:pos x="connsiteX1" y="connsiteY1"/>
              </a:cxn>
              <a:cxn ang="0">
                <a:pos x="connsiteX2" y="connsiteY2"/>
              </a:cxn>
              <a:cxn ang="0">
                <a:pos x="connsiteX3" y="connsiteY3"/>
              </a:cxn>
            </a:cxnLst>
            <a:rect l="l" t="t" r="r" b="b"/>
            <a:pathLst>
              <a:path w="4742121" h="3434316">
                <a:moveTo>
                  <a:pt x="0" y="0"/>
                </a:moveTo>
                <a:lnTo>
                  <a:pt x="4306186" y="0"/>
                </a:lnTo>
                <a:lnTo>
                  <a:pt x="4742121" y="3434316"/>
                </a:lnTo>
                <a:lnTo>
                  <a:pt x="0" y="3434316"/>
                </a:lnTo>
                <a:close/>
              </a:path>
            </a:pathLst>
          </a:custGeom>
          <a:solidFill>
            <a:schemeClr val="accent2"/>
          </a:solidFill>
        </p:spPr>
        <p:txBody>
          <a:bodyPr wrap="square" rtlCol="0">
            <a:noAutofit/>
          </a:bodyPr>
          <a:lstStyle/>
          <a:p>
            <a:pPr rtl="0"/>
            <a:r>
              <a:rPr lang="en-US"/>
              <a:t>Click icon to add picture</a:t>
            </a:r>
            <a:endParaRPr lang="en-GB" dirty="0"/>
          </a:p>
        </p:txBody>
      </p:sp>
      <p:sp>
        <p:nvSpPr>
          <p:cNvPr id="16" name="Picture Placeholder 15">
            <a:extLst>
              <a:ext uri="{FF2B5EF4-FFF2-40B4-BE49-F238E27FC236}">
                <a16:creationId xmlns:a16="http://schemas.microsoft.com/office/drawing/2014/main" id="{B2EDFEAD-E435-414E-A9BA-4119679CBA66}"/>
              </a:ext>
            </a:extLst>
          </p:cNvPr>
          <p:cNvSpPr>
            <a:spLocks noGrp="1"/>
          </p:cNvSpPr>
          <p:nvPr>
            <p:ph type="pic" sz="quarter" idx="14"/>
          </p:nvPr>
        </p:nvSpPr>
        <p:spPr>
          <a:xfrm>
            <a:off x="-5" y="3432620"/>
            <a:ext cx="5178056" cy="3425380"/>
          </a:xfrm>
          <a:custGeom>
            <a:avLst/>
            <a:gdLst>
              <a:gd name="connsiteX0" fmla="*/ 0 w 5178056"/>
              <a:gd name="connsiteY0" fmla="*/ 0 h 3425380"/>
              <a:gd name="connsiteX1" fmla="*/ 4742581 w 5178056"/>
              <a:gd name="connsiteY1" fmla="*/ 0 h 3425380"/>
              <a:gd name="connsiteX2" fmla="*/ 5178056 w 5178056"/>
              <a:gd name="connsiteY2" fmla="*/ 3425380 h 3425380"/>
              <a:gd name="connsiteX3" fmla="*/ 0 w 5178056"/>
              <a:gd name="connsiteY3" fmla="*/ 3425380 h 3425380"/>
            </a:gdLst>
            <a:ahLst/>
            <a:cxnLst>
              <a:cxn ang="0">
                <a:pos x="connsiteX0" y="connsiteY0"/>
              </a:cxn>
              <a:cxn ang="0">
                <a:pos x="connsiteX1" y="connsiteY1"/>
              </a:cxn>
              <a:cxn ang="0">
                <a:pos x="connsiteX2" y="connsiteY2"/>
              </a:cxn>
              <a:cxn ang="0">
                <a:pos x="connsiteX3" y="connsiteY3"/>
              </a:cxn>
            </a:cxnLst>
            <a:rect l="l" t="t" r="r" b="b"/>
            <a:pathLst>
              <a:path w="5178056" h="3425380">
                <a:moveTo>
                  <a:pt x="0" y="0"/>
                </a:moveTo>
                <a:lnTo>
                  <a:pt x="4742581" y="0"/>
                </a:lnTo>
                <a:lnTo>
                  <a:pt x="5178056" y="3425380"/>
                </a:lnTo>
                <a:lnTo>
                  <a:pt x="0" y="3425380"/>
                </a:lnTo>
                <a:close/>
              </a:path>
            </a:pathLst>
          </a:custGeom>
          <a:solidFill>
            <a:schemeClr val="accent2">
              <a:lumMod val="60000"/>
              <a:lumOff val="40000"/>
            </a:schemeClr>
          </a:solidFill>
        </p:spPr>
        <p:txBody>
          <a:bodyPr wrap="square" rtlCol="0">
            <a:noAutofit/>
          </a:bodyPr>
          <a:lstStyle/>
          <a:p>
            <a:pPr rtl="0"/>
            <a:r>
              <a:rPr lang="en-US"/>
              <a:t>Click icon to add picture</a:t>
            </a:r>
            <a:endParaRPr lang="en-GB" dirty="0"/>
          </a:p>
        </p:txBody>
      </p:sp>
      <p:sp>
        <p:nvSpPr>
          <p:cNvPr id="9" name="Content Placeholder 2">
            <a:extLst>
              <a:ext uri="{FF2B5EF4-FFF2-40B4-BE49-F238E27FC236}">
                <a16:creationId xmlns:a16="http://schemas.microsoft.com/office/drawing/2014/main" id="{F7C28F12-C8E8-444E-8B69-9A0561604317}"/>
              </a:ext>
            </a:extLst>
          </p:cNvPr>
          <p:cNvSpPr>
            <a:spLocks noGrp="1"/>
          </p:cNvSpPr>
          <p:nvPr>
            <p:ph idx="1"/>
          </p:nvPr>
        </p:nvSpPr>
        <p:spPr>
          <a:xfrm>
            <a:off x="5693734" y="2183035"/>
            <a:ext cx="5355266" cy="4121845"/>
          </a:xfrm>
        </p:spPr>
        <p:txBody>
          <a:bodyPr rtlCol="0" anchor="ctr">
            <a:normAutofit/>
          </a:bodyPr>
          <a:lstStyle>
            <a:lvl1pPr marL="0" indent="0">
              <a:buNone/>
              <a:defRPr/>
            </a:lvl1pPr>
          </a:lstStyle>
          <a:p>
            <a:pPr lvl="0" rtl="0"/>
            <a:r>
              <a:rPr lang="en-US"/>
              <a:t>Click to edit Master text styles</a:t>
            </a:r>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lvl1pPr>
              <a:defRPr>
                <a:solidFill>
                  <a:schemeClr val="bg1"/>
                </a:solidFill>
              </a:defRPr>
            </a:lvl1pPr>
          </a:lstStyle>
          <a:p>
            <a:pPr rtl="0"/>
            <a:r>
              <a:rPr lang="en-GB"/>
              <a:t>Sample Footer Text</a:t>
            </a:r>
            <a:endParaRPr lang="en-GB" dirty="0">
              <a:solidFill>
                <a:schemeClr val="bg1"/>
              </a:solidFill>
            </a:endParaRPr>
          </a:p>
        </p:txBody>
      </p:sp>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p>
            <a:pPr rtl="0"/>
            <a:r>
              <a:rPr lang="en-GB"/>
              <a:t>2/7/20XX</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455565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49714512-90F0-4B35-94F8-E1B4DCE963AA}"/>
              </a:ext>
            </a:extLst>
          </p:cNvPr>
          <p:cNvSpPr>
            <a:spLocks noGrp="1"/>
          </p:cNvSpPr>
          <p:nvPr>
            <p:ph type="subTitle" idx="1"/>
          </p:nvPr>
        </p:nvSpPr>
        <p:spPr>
          <a:xfrm>
            <a:off x="967750" y="975816"/>
            <a:ext cx="2979897" cy="1264340"/>
          </a:xfrm>
        </p:spPr>
        <p:txBody>
          <a:bodyPr rtlCol="0" anchor="b">
            <a:normAutofit/>
          </a:bodyPr>
          <a:lstStyle>
            <a:lvl1pPr>
              <a:buNone/>
              <a:defRPr/>
            </a:lvl1pPr>
          </a:lstStyle>
          <a:p>
            <a:pPr algn="l" rtl="0"/>
            <a:r>
              <a:rPr lang="en-US" sz="1600"/>
              <a:t>Click to edit Master subtitle style</a:t>
            </a:r>
            <a:endParaRPr lang="en-GB" sz="1600" dirty="0"/>
          </a:p>
        </p:txBody>
      </p:sp>
      <p:sp>
        <p:nvSpPr>
          <p:cNvPr id="20" name="Picture Placeholder 19">
            <a:extLst>
              <a:ext uri="{FF2B5EF4-FFF2-40B4-BE49-F238E27FC236}">
                <a16:creationId xmlns:a16="http://schemas.microsoft.com/office/drawing/2014/main" id="{44895DE7-C22A-447F-B81A-BDCA25CAF27B}"/>
              </a:ext>
            </a:extLst>
          </p:cNvPr>
          <p:cNvSpPr>
            <a:spLocks noGrp="1"/>
          </p:cNvSpPr>
          <p:nvPr>
            <p:ph type="pic" sz="quarter" idx="13"/>
          </p:nvPr>
        </p:nvSpPr>
        <p:spPr>
          <a:xfrm>
            <a:off x="3208292" y="3"/>
            <a:ext cx="8997356" cy="4581079"/>
          </a:xfrm>
          <a:custGeom>
            <a:avLst/>
            <a:gdLst>
              <a:gd name="connsiteX0" fmla="*/ 0 w 8997356"/>
              <a:gd name="connsiteY0" fmla="*/ 0 h 4581079"/>
              <a:gd name="connsiteX1" fmla="*/ 8983708 w 8997356"/>
              <a:gd name="connsiteY1" fmla="*/ 0 h 4581079"/>
              <a:gd name="connsiteX2" fmla="*/ 8997356 w 8997356"/>
              <a:gd name="connsiteY2" fmla="*/ 893928 h 4581079"/>
              <a:gd name="connsiteX3" fmla="*/ 4060801 w 8997356"/>
              <a:gd name="connsiteY3" fmla="*/ 4581079 h 4581079"/>
            </a:gdLst>
            <a:ahLst/>
            <a:cxnLst>
              <a:cxn ang="0">
                <a:pos x="connsiteX0" y="connsiteY0"/>
              </a:cxn>
              <a:cxn ang="0">
                <a:pos x="connsiteX1" y="connsiteY1"/>
              </a:cxn>
              <a:cxn ang="0">
                <a:pos x="connsiteX2" y="connsiteY2"/>
              </a:cxn>
              <a:cxn ang="0">
                <a:pos x="connsiteX3" y="connsiteY3"/>
              </a:cxn>
            </a:cxnLst>
            <a:rect l="l" t="t" r="r" b="b"/>
            <a:pathLst>
              <a:path w="8997356" h="4581079">
                <a:moveTo>
                  <a:pt x="0" y="0"/>
                </a:moveTo>
                <a:lnTo>
                  <a:pt x="8983708" y="0"/>
                </a:lnTo>
                <a:lnTo>
                  <a:pt x="8997356" y="893928"/>
                </a:lnTo>
                <a:lnTo>
                  <a:pt x="4060801" y="4581079"/>
                </a:lnTo>
                <a:close/>
              </a:path>
            </a:pathLst>
          </a:custGeom>
          <a:solidFill>
            <a:schemeClr val="accent2"/>
          </a:solidFill>
        </p:spPr>
        <p:txBody>
          <a:bodyPr wrap="square" rtlCol="0">
            <a:noAutofit/>
          </a:bodyPr>
          <a:lstStyle/>
          <a:p>
            <a:pPr rtl="0"/>
            <a:r>
              <a:rPr lang="en-US"/>
              <a:t>Click icon to add picture</a:t>
            </a:r>
            <a:endParaRPr lang="en-GB" dirty="0"/>
          </a:p>
        </p:txBody>
      </p:sp>
      <p:sp>
        <p:nvSpPr>
          <p:cNvPr id="23" name="Picture Placeholder 22">
            <a:extLst>
              <a:ext uri="{FF2B5EF4-FFF2-40B4-BE49-F238E27FC236}">
                <a16:creationId xmlns:a16="http://schemas.microsoft.com/office/drawing/2014/main" id="{A5B5EF63-EEAA-4B07-A2B8-2483452BBA37}"/>
              </a:ext>
            </a:extLst>
          </p:cNvPr>
          <p:cNvSpPr>
            <a:spLocks noGrp="1"/>
          </p:cNvSpPr>
          <p:nvPr>
            <p:ph type="pic" sz="quarter" idx="14"/>
          </p:nvPr>
        </p:nvSpPr>
        <p:spPr>
          <a:xfrm>
            <a:off x="7243070" y="883420"/>
            <a:ext cx="4948931" cy="5974580"/>
          </a:xfrm>
          <a:custGeom>
            <a:avLst/>
            <a:gdLst>
              <a:gd name="connsiteX0" fmla="*/ 4948931 w 4948931"/>
              <a:gd name="connsiteY0" fmla="*/ 0 h 5974580"/>
              <a:gd name="connsiteX1" fmla="*/ 4948931 w 4948931"/>
              <a:gd name="connsiteY1" fmla="*/ 5974580 h 5974580"/>
              <a:gd name="connsiteX2" fmla="*/ 2028713 w 4948931"/>
              <a:gd name="connsiteY2" fmla="*/ 5974580 h 5974580"/>
              <a:gd name="connsiteX3" fmla="*/ 0 w 4948931"/>
              <a:gd name="connsiteY3" fmla="*/ 3710792 h 5974580"/>
            </a:gdLst>
            <a:ahLst/>
            <a:cxnLst>
              <a:cxn ang="0">
                <a:pos x="connsiteX0" y="connsiteY0"/>
              </a:cxn>
              <a:cxn ang="0">
                <a:pos x="connsiteX1" y="connsiteY1"/>
              </a:cxn>
              <a:cxn ang="0">
                <a:pos x="connsiteX2" y="connsiteY2"/>
              </a:cxn>
              <a:cxn ang="0">
                <a:pos x="connsiteX3" y="connsiteY3"/>
              </a:cxn>
            </a:cxnLst>
            <a:rect l="l" t="t" r="r" b="b"/>
            <a:pathLst>
              <a:path w="4948931" h="5974580">
                <a:moveTo>
                  <a:pt x="4948931" y="0"/>
                </a:moveTo>
                <a:lnTo>
                  <a:pt x="4948931" y="5974580"/>
                </a:lnTo>
                <a:lnTo>
                  <a:pt x="2028713" y="5974580"/>
                </a:lnTo>
                <a:lnTo>
                  <a:pt x="0" y="3710792"/>
                </a:lnTo>
                <a:close/>
              </a:path>
            </a:pathLst>
          </a:custGeom>
          <a:solidFill>
            <a:schemeClr val="accent2">
              <a:lumMod val="60000"/>
              <a:lumOff val="40000"/>
            </a:schemeClr>
          </a:solidFill>
        </p:spPr>
        <p:txBody>
          <a:bodyPr wrap="square" rtlCol="0">
            <a:noAutofit/>
          </a:bodyPr>
          <a:lstStyle/>
          <a:p>
            <a:pPr rtl="0"/>
            <a:r>
              <a:rPr lang="en-US"/>
              <a:t>Click icon to add picture</a:t>
            </a:r>
            <a:endParaRPr lang="en-GB" dirty="0"/>
          </a:p>
        </p:txBody>
      </p:sp>
      <p:sp>
        <p:nvSpPr>
          <p:cNvPr id="26" name="Picture Placeholder 25">
            <a:extLst>
              <a:ext uri="{FF2B5EF4-FFF2-40B4-BE49-F238E27FC236}">
                <a16:creationId xmlns:a16="http://schemas.microsoft.com/office/drawing/2014/main" id="{C4F9D0F6-DE6A-44A3-9D9E-A53D0C229248}"/>
              </a:ext>
            </a:extLst>
          </p:cNvPr>
          <p:cNvSpPr>
            <a:spLocks noGrp="1"/>
          </p:cNvSpPr>
          <p:nvPr>
            <p:ph type="pic" sz="quarter" idx="15"/>
          </p:nvPr>
        </p:nvSpPr>
        <p:spPr>
          <a:xfrm>
            <a:off x="4234997" y="4574265"/>
            <a:ext cx="5074516" cy="2298983"/>
          </a:xfrm>
          <a:custGeom>
            <a:avLst/>
            <a:gdLst>
              <a:gd name="connsiteX0" fmla="*/ 3034176 w 5074516"/>
              <a:gd name="connsiteY0" fmla="*/ 0 h 2298983"/>
              <a:gd name="connsiteX1" fmla="*/ 5074516 w 5074516"/>
              <a:gd name="connsiteY1" fmla="*/ 2298983 h 2298983"/>
              <a:gd name="connsiteX2" fmla="*/ 0 w 5074516"/>
              <a:gd name="connsiteY2" fmla="*/ 2298983 h 2298983"/>
            </a:gdLst>
            <a:ahLst/>
            <a:cxnLst>
              <a:cxn ang="0">
                <a:pos x="connsiteX0" y="connsiteY0"/>
              </a:cxn>
              <a:cxn ang="0">
                <a:pos x="connsiteX1" y="connsiteY1"/>
              </a:cxn>
              <a:cxn ang="0">
                <a:pos x="connsiteX2" y="connsiteY2"/>
              </a:cxn>
            </a:cxnLst>
            <a:rect l="l" t="t" r="r" b="b"/>
            <a:pathLst>
              <a:path w="5074516" h="2298983">
                <a:moveTo>
                  <a:pt x="3034176" y="0"/>
                </a:moveTo>
                <a:lnTo>
                  <a:pt x="5074516" y="2298983"/>
                </a:lnTo>
                <a:lnTo>
                  <a:pt x="0" y="2298983"/>
                </a:lnTo>
                <a:close/>
              </a:path>
            </a:pathLst>
          </a:custGeom>
          <a:solidFill>
            <a:schemeClr val="accent2"/>
          </a:solidFill>
        </p:spPr>
        <p:txBody>
          <a:bodyPr wrap="square" rtlCol="0">
            <a:noAutofit/>
          </a:bodyPr>
          <a:lstStyle/>
          <a:p>
            <a:pPr rtl="0"/>
            <a:r>
              <a:rPr lang="en-US"/>
              <a:t>Click icon to add picture</a:t>
            </a:r>
            <a:endParaRPr lang="en-GB" dirty="0"/>
          </a:p>
        </p:txBody>
      </p:sp>
      <p:sp>
        <p:nvSpPr>
          <p:cNvPr id="5" name="Title 4">
            <a:extLst>
              <a:ext uri="{FF2B5EF4-FFF2-40B4-BE49-F238E27FC236}">
                <a16:creationId xmlns:a16="http://schemas.microsoft.com/office/drawing/2014/main" id="{9FEE8AE0-4188-4CB6-8BFB-70E163ED7FA5}"/>
              </a:ext>
            </a:extLst>
          </p:cNvPr>
          <p:cNvSpPr>
            <a:spLocks noGrp="1"/>
          </p:cNvSpPr>
          <p:nvPr>
            <p:ph type="title"/>
          </p:nvPr>
        </p:nvSpPr>
        <p:spPr>
          <a:xfrm>
            <a:off x="969264" y="2679192"/>
            <a:ext cx="4946904" cy="3273552"/>
          </a:xfrm>
        </p:spPr>
        <p:txBody>
          <a:bodyPr rtlCol="0">
            <a:normAutofit/>
          </a:bodyPr>
          <a:lstStyle>
            <a:lvl1pPr>
              <a:defRPr sz="4400"/>
            </a:lvl1pPr>
          </a:lstStyle>
          <a:p>
            <a:pPr rtl="0"/>
            <a:r>
              <a:rPr lang="en-US"/>
              <a:t>Click to edit Master title style</a:t>
            </a:r>
            <a:endParaRPr lang="en-GB"/>
          </a:p>
        </p:txBody>
      </p:sp>
    </p:spTree>
    <p:extLst>
      <p:ext uri="{BB962C8B-B14F-4D97-AF65-F5344CB8AC3E}">
        <p14:creationId xmlns:p14="http://schemas.microsoft.com/office/powerpoint/2010/main" val="1329810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Title and Content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rtlCol="0">
            <a:normAutofit/>
          </a:bodyPr>
          <a:lstStyle>
            <a:lvl1pPr>
              <a:defRPr sz="4400"/>
            </a:lvl1pPr>
          </a:lstStyle>
          <a:p>
            <a:pPr rtl="0"/>
            <a:r>
              <a:rPr lang="en-US"/>
              <a:t>Click to edit Master title style</a:t>
            </a:r>
            <a:endParaRPr lang="en-GB"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a:xfrm>
            <a:off x="1143000" y="2009775"/>
            <a:ext cx="9906000" cy="4024312"/>
          </a:xfrm>
        </p:spPr>
        <p:txBody>
          <a:bodyPr rtlCol="0"/>
          <a:lstStyle>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rtlCol="0"/>
          <a:lstStyle/>
          <a:p>
            <a:pPr rtl="0"/>
            <a:r>
              <a:rPr lang="en-GB"/>
              <a:t>Sample Footer Text</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rtlCol="0"/>
          <a:lstStyle/>
          <a:p>
            <a:pPr rtl="0"/>
            <a:r>
              <a:rPr lang="en-GB"/>
              <a:t>2/7/20XX</a:t>
            </a:r>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3626483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rtlCol="0">
            <a:normAutofit/>
          </a:bodyPr>
          <a:lstStyle>
            <a:lvl1pPr>
              <a:defRPr sz="4400"/>
            </a:lvl1pPr>
          </a:lstStyle>
          <a:p>
            <a:pPr rtl="0"/>
            <a:r>
              <a:rPr lang="en-US"/>
              <a:t>Click to edit Master title style</a:t>
            </a:r>
            <a:endParaRPr lang="en-GB"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a:xfrm>
            <a:off x="1143000" y="2009775"/>
            <a:ext cx="9906000" cy="2649690"/>
          </a:xfrm>
        </p:spPr>
        <p:txBody>
          <a:bodyPr rtlCol="0"/>
          <a:lstStyle>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rtlCol="0"/>
          <a:lstStyle/>
          <a:p>
            <a:pPr rtl="0"/>
            <a:r>
              <a:rPr lang="en-GB"/>
              <a:t>Sample Footer Text</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rtlCol="0"/>
          <a:lstStyle/>
          <a:p>
            <a:pPr rtl="0"/>
            <a:r>
              <a:rPr lang="en-GB"/>
              <a:t>2/7/20XX</a:t>
            </a:r>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490591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p>
            <a:pPr rtl="0"/>
            <a:r>
              <a:rPr lang="en-GB"/>
              <a:t>2/7/20XX</a:t>
            </a:r>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
        <p:nvSpPr>
          <p:cNvPr id="6" name="Rectangle 23">
            <a:extLst>
              <a:ext uri="{FF2B5EF4-FFF2-40B4-BE49-F238E27FC236}">
                <a16:creationId xmlns:a16="http://schemas.microsoft.com/office/drawing/2014/main" id="{08BDEDEF-6AC9-4ADF-B6AE-83CC82D2A7B7}"/>
              </a:ext>
              <a:ext uri="{C183D7F6-B498-43B3-948B-1728B52AA6E4}">
                <adec:decorative xmlns:adec="http://schemas.microsoft.com/office/drawing/2017/decorative" val="1"/>
              </a:ext>
            </a:extLst>
          </p:cNvPr>
          <p:cNvSpPr/>
          <p:nvPr userDrawn="1"/>
        </p:nvSpPr>
        <p:spPr>
          <a:xfrm rot="10800000">
            <a:off x="0" y="-5979"/>
            <a:ext cx="5111086" cy="6877626"/>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121508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215089 w 6125882"/>
              <a:gd name="connsiteY4" fmla="*/ 0 h 6857998"/>
              <a:gd name="connsiteX0" fmla="*/ 1222204 w 6132997"/>
              <a:gd name="connsiteY0" fmla="*/ 0 h 6881904"/>
              <a:gd name="connsiteX1" fmla="*/ 6132997 w 6132997"/>
              <a:gd name="connsiteY1" fmla="*/ 0 h 6881904"/>
              <a:gd name="connsiteX2" fmla="*/ 6132997 w 6132997"/>
              <a:gd name="connsiteY2" fmla="*/ 6857998 h 6881904"/>
              <a:gd name="connsiteX3" fmla="*/ 0 w 6132997"/>
              <a:gd name="connsiteY3" fmla="*/ 6881904 h 6881904"/>
              <a:gd name="connsiteX4" fmla="*/ 1222204 w 6132997"/>
              <a:gd name="connsiteY4" fmla="*/ 0 h 6881904"/>
              <a:gd name="connsiteX0" fmla="*/ 1348644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348644 w 6132997"/>
              <a:gd name="connsiteY4" fmla="*/ 0 h 6893857"/>
              <a:gd name="connsiteX0" fmla="*/ 1457021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457021 w 6132997"/>
              <a:gd name="connsiteY4" fmla="*/ 0 h 6893857"/>
              <a:gd name="connsiteX0" fmla="*/ 1754909 w 6430885"/>
              <a:gd name="connsiteY0" fmla="*/ 0 h 6869951"/>
              <a:gd name="connsiteX1" fmla="*/ 6430885 w 6430885"/>
              <a:gd name="connsiteY1" fmla="*/ 11953 h 6869951"/>
              <a:gd name="connsiteX2" fmla="*/ 6430885 w 6430885"/>
              <a:gd name="connsiteY2" fmla="*/ 6869951 h 6869951"/>
              <a:gd name="connsiteX3" fmla="*/ 0 w 6430885"/>
              <a:gd name="connsiteY3" fmla="*/ 6869951 h 6869951"/>
              <a:gd name="connsiteX4" fmla="*/ 1754909 w 6430885"/>
              <a:gd name="connsiteY4" fmla="*/ 0 h 6869951"/>
              <a:gd name="connsiteX0" fmla="*/ 2023235 w 6699211"/>
              <a:gd name="connsiteY0" fmla="*/ 0 h 6869951"/>
              <a:gd name="connsiteX1" fmla="*/ 6699211 w 6699211"/>
              <a:gd name="connsiteY1" fmla="*/ 11953 h 6869951"/>
              <a:gd name="connsiteX2" fmla="*/ 6699211 w 6699211"/>
              <a:gd name="connsiteY2" fmla="*/ 6869951 h 6869951"/>
              <a:gd name="connsiteX3" fmla="*/ 0 w 6699211"/>
              <a:gd name="connsiteY3" fmla="*/ 6856303 h 6869951"/>
              <a:gd name="connsiteX4" fmla="*/ 2023235 w 6699211"/>
              <a:gd name="connsiteY4" fmla="*/ 0 h 6869951"/>
              <a:gd name="connsiteX0" fmla="*/ 2702995 w 6699211"/>
              <a:gd name="connsiteY0" fmla="*/ 42638 h 6857998"/>
              <a:gd name="connsiteX1" fmla="*/ 6699211 w 6699211"/>
              <a:gd name="connsiteY1" fmla="*/ 0 h 6857998"/>
              <a:gd name="connsiteX2" fmla="*/ 6699211 w 6699211"/>
              <a:gd name="connsiteY2" fmla="*/ 6857998 h 6857998"/>
              <a:gd name="connsiteX3" fmla="*/ 0 w 6699211"/>
              <a:gd name="connsiteY3" fmla="*/ 6844350 h 6857998"/>
              <a:gd name="connsiteX4" fmla="*/ 2702995 w 6699211"/>
              <a:gd name="connsiteY4" fmla="*/ 42638 h 6857998"/>
              <a:gd name="connsiteX0" fmla="*/ 2702995 w 6699211"/>
              <a:gd name="connsiteY0" fmla="*/ 56139 h 6857998"/>
              <a:gd name="connsiteX1" fmla="*/ 6699211 w 6699211"/>
              <a:gd name="connsiteY1" fmla="*/ 0 h 6857998"/>
              <a:gd name="connsiteX2" fmla="*/ 6699211 w 6699211"/>
              <a:gd name="connsiteY2" fmla="*/ 6857998 h 6857998"/>
              <a:gd name="connsiteX3" fmla="*/ 0 w 6699211"/>
              <a:gd name="connsiteY3" fmla="*/ 6844350 h 6857998"/>
              <a:gd name="connsiteX4" fmla="*/ 2702995 w 6699211"/>
              <a:gd name="connsiteY4" fmla="*/ 56139 h 6857998"/>
              <a:gd name="connsiteX0" fmla="*/ 2702995 w 6699211"/>
              <a:gd name="connsiteY0" fmla="*/ 29135 h 6830994"/>
              <a:gd name="connsiteX1" fmla="*/ 6681322 w 6699211"/>
              <a:gd name="connsiteY1" fmla="*/ 0 h 6830994"/>
              <a:gd name="connsiteX2" fmla="*/ 6699211 w 6699211"/>
              <a:gd name="connsiteY2" fmla="*/ 6830994 h 6830994"/>
              <a:gd name="connsiteX3" fmla="*/ 0 w 6699211"/>
              <a:gd name="connsiteY3" fmla="*/ 6817346 h 6830994"/>
              <a:gd name="connsiteX4" fmla="*/ 2702995 w 6699211"/>
              <a:gd name="connsiteY4" fmla="*/ 29135 h 6830994"/>
              <a:gd name="connsiteX0" fmla="*/ 2702995 w 6699211"/>
              <a:gd name="connsiteY0" fmla="*/ 2131 h 6803990"/>
              <a:gd name="connsiteX1" fmla="*/ 6699211 w 6699211"/>
              <a:gd name="connsiteY1" fmla="*/ 0 h 6803990"/>
              <a:gd name="connsiteX2" fmla="*/ 6699211 w 6699211"/>
              <a:gd name="connsiteY2" fmla="*/ 6803990 h 6803990"/>
              <a:gd name="connsiteX3" fmla="*/ 0 w 6699211"/>
              <a:gd name="connsiteY3" fmla="*/ 6790342 h 6803990"/>
              <a:gd name="connsiteX4" fmla="*/ 2702995 w 6699211"/>
              <a:gd name="connsiteY4" fmla="*/ 2131 h 6803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9211" h="6803990">
                <a:moveTo>
                  <a:pt x="2702995" y="2131"/>
                </a:moveTo>
                <a:lnTo>
                  <a:pt x="6699211" y="0"/>
                </a:lnTo>
                <a:lnTo>
                  <a:pt x="6699211" y="6803990"/>
                </a:lnTo>
                <a:lnTo>
                  <a:pt x="0" y="6790342"/>
                </a:lnTo>
                <a:lnTo>
                  <a:pt x="2702995" y="213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7" name="Title 1">
            <a:extLst>
              <a:ext uri="{FF2B5EF4-FFF2-40B4-BE49-F238E27FC236}">
                <a16:creationId xmlns:a16="http://schemas.microsoft.com/office/drawing/2014/main" id="{AC0CB336-8515-4565-B747-B4EA83B435BD}"/>
              </a:ext>
            </a:extLst>
          </p:cNvPr>
          <p:cNvSpPr>
            <a:spLocks noGrp="1"/>
          </p:cNvSpPr>
          <p:nvPr>
            <p:ph type="title"/>
          </p:nvPr>
        </p:nvSpPr>
        <p:spPr>
          <a:xfrm>
            <a:off x="716280" y="680485"/>
            <a:ext cx="3393440" cy="2748515"/>
          </a:xfrm>
        </p:spPr>
        <p:txBody>
          <a:bodyPr rtlCol="0" anchor="t"/>
          <a:lstStyle/>
          <a:p>
            <a:pPr rtl="0"/>
            <a:r>
              <a:rPr lang="en-US"/>
              <a:t>Click to edit Master title style</a:t>
            </a:r>
            <a:endParaRPr lang="en-GB" dirty="0"/>
          </a:p>
        </p:txBody>
      </p:sp>
      <p:cxnSp>
        <p:nvCxnSpPr>
          <p:cNvPr id="8" name="Straight Connector 7">
            <a:extLst>
              <a:ext uri="{FF2B5EF4-FFF2-40B4-BE49-F238E27FC236}">
                <a16:creationId xmlns:a16="http://schemas.microsoft.com/office/drawing/2014/main" id="{064F675D-D792-42C0-8961-D2D1D79CDAEB}"/>
              </a:ext>
              <a:ext uri="{C183D7F6-B498-43B3-948B-1728B52AA6E4}">
                <adec:decorative xmlns:adec="http://schemas.microsoft.com/office/drawing/2017/decorative" val="1"/>
              </a:ext>
            </a:extLst>
          </p:cNvPr>
          <p:cNvCxnSpPr>
            <a:cxnSpLocks/>
          </p:cNvCxnSpPr>
          <p:nvPr userDrawn="1"/>
        </p:nvCxnSpPr>
        <p:spPr>
          <a:xfrm flipH="1" flipV="1">
            <a:off x="0" y="5329451"/>
            <a:ext cx="6096000" cy="15285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06D2EC4D-FD33-4925-B0A8-68C9818DB8E2}"/>
              </a:ext>
            </a:extLst>
          </p:cNvPr>
          <p:cNvSpPr>
            <a:spLocks noGrp="1"/>
          </p:cNvSpPr>
          <p:nvPr>
            <p:ph idx="1"/>
          </p:nvPr>
        </p:nvSpPr>
        <p:spPr>
          <a:xfrm>
            <a:off x="5175678" y="533399"/>
            <a:ext cx="3678762" cy="5771481"/>
          </a:xfrm>
        </p:spPr>
        <p:txBody>
          <a:bodyPr rtlCol="0" anchor="ctr">
            <a:normAutofit/>
          </a:bodyPr>
          <a:lstStyle/>
          <a:p>
            <a:pPr lvl="0" rtl="0"/>
            <a:r>
              <a:rPr lang="en-US"/>
              <a:t>Click to edit Master text styles</a:t>
            </a:r>
          </a:p>
        </p:txBody>
      </p:sp>
      <p:sp>
        <p:nvSpPr>
          <p:cNvPr id="14" name="Picture Placeholder 13">
            <a:extLst>
              <a:ext uri="{FF2B5EF4-FFF2-40B4-BE49-F238E27FC236}">
                <a16:creationId xmlns:a16="http://schemas.microsoft.com/office/drawing/2014/main" id="{FC7C9F55-A39F-4FB9-BEAD-745EA3E0A22E}"/>
              </a:ext>
            </a:extLst>
          </p:cNvPr>
          <p:cNvSpPr>
            <a:spLocks noGrp="1"/>
          </p:cNvSpPr>
          <p:nvPr>
            <p:ph type="pic" sz="quarter" idx="13"/>
          </p:nvPr>
        </p:nvSpPr>
        <p:spPr>
          <a:xfrm>
            <a:off x="9531096" y="0"/>
            <a:ext cx="2660904" cy="2322576"/>
          </a:xfrm>
          <a:solidFill>
            <a:schemeClr val="accent2"/>
          </a:solidFill>
        </p:spPr>
        <p:txBody>
          <a:bodyPr rtlCol="0"/>
          <a:lstStyle/>
          <a:p>
            <a:pPr rtl="0"/>
            <a:r>
              <a:rPr lang="en-US"/>
              <a:t>Click icon to add picture</a:t>
            </a:r>
            <a:endParaRPr lang="en-GB" dirty="0"/>
          </a:p>
        </p:txBody>
      </p:sp>
      <p:sp>
        <p:nvSpPr>
          <p:cNvPr id="15" name="Picture Placeholder 13">
            <a:extLst>
              <a:ext uri="{FF2B5EF4-FFF2-40B4-BE49-F238E27FC236}">
                <a16:creationId xmlns:a16="http://schemas.microsoft.com/office/drawing/2014/main" id="{A480833B-6513-44B8-B08A-6FCB3911FEC8}"/>
              </a:ext>
            </a:extLst>
          </p:cNvPr>
          <p:cNvSpPr>
            <a:spLocks noGrp="1"/>
          </p:cNvSpPr>
          <p:nvPr>
            <p:ph type="pic" sz="quarter" idx="14"/>
          </p:nvPr>
        </p:nvSpPr>
        <p:spPr>
          <a:xfrm>
            <a:off x="9531096" y="2324100"/>
            <a:ext cx="2660904" cy="2322576"/>
          </a:xfrm>
          <a:solidFill>
            <a:schemeClr val="accent2"/>
          </a:solidFill>
        </p:spPr>
        <p:txBody>
          <a:bodyPr rtlCol="0"/>
          <a:lstStyle/>
          <a:p>
            <a:pPr rtl="0"/>
            <a:r>
              <a:rPr lang="en-US"/>
              <a:t>Click icon to add picture</a:t>
            </a:r>
            <a:endParaRPr lang="en-GB" dirty="0"/>
          </a:p>
        </p:txBody>
      </p:sp>
      <p:sp>
        <p:nvSpPr>
          <p:cNvPr id="16" name="Picture Placeholder 13">
            <a:extLst>
              <a:ext uri="{FF2B5EF4-FFF2-40B4-BE49-F238E27FC236}">
                <a16:creationId xmlns:a16="http://schemas.microsoft.com/office/drawing/2014/main" id="{3BCCF25F-1246-4BAE-BAA2-FB33719CF555}"/>
              </a:ext>
            </a:extLst>
          </p:cNvPr>
          <p:cNvSpPr>
            <a:spLocks noGrp="1"/>
          </p:cNvSpPr>
          <p:nvPr>
            <p:ph type="pic" sz="quarter" idx="15"/>
          </p:nvPr>
        </p:nvSpPr>
        <p:spPr>
          <a:xfrm>
            <a:off x="9531096" y="4535424"/>
            <a:ext cx="2660904" cy="2322576"/>
          </a:xfrm>
          <a:solidFill>
            <a:schemeClr val="accent2"/>
          </a:solidFill>
        </p:spPr>
        <p:txBody>
          <a:bodyPr rtlCol="0"/>
          <a:lstStyle/>
          <a:p>
            <a:pPr rtl="0"/>
            <a:r>
              <a:rPr lang="en-US"/>
              <a:t>Click icon to add picture</a:t>
            </a:r>
            <a:endParaRPr lang="en-GB" dirty="0"/>
          </a:p>
        </p:txBody>
      </p:sp>
    </p:spTree>
    <p:extLst>
      <p:ext uri="{BB962C8B-B14F-4D97-AF65-F5344CB8AC3E}">
        <p14:creationId xmlns:p14="http://schemas.microsoft.com/office/powerpoint/2010/main" val="2670542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rtlCol="0">
            <a:normAutofit/>
          </a:bodyPr>
          <a:lstStyle>
            <a:lvl1pPr>
              <a:defRPr sz="4400"/>
            </a:lvl1pPr>
          </a:lstStyle>
          <a:p>
            <a:pPr rtl="0"/>
            <a:r>
              <a:rPr lang="en-US"/>
              <a:t>Click to edit Master title style</a:t>
            </a:r>
            <a:endParaRPr lang="en-GB"/>
          </a:p>
        </p:txBody>
      </p:sp>
      <p:sp>
        <p:nvSpPr>
          <p:cNvPr id="50" name="Picture Placeholder 49">
            <a:extLst>
              <a:ext uri="{FF2B5EF4-FFF2-40B4-BE49-F238E27FC236}">
                <a16:creationId xmlns:a16="http://schemas.microsoft.com/office/drawing/2014/main" id="{5496CA69-F288-4538-974D-9A68581F4941}"/>
              </a:ext>
            </a:extLst>
          </p:cNvPr>
          <p:cNvSpPr>
            <a:spLocks noGrp="1"/>
          </p:cNvSpPr>
          <p:nvPr>
            <p:ph type="pic" sz="quarter" idx="20"/>
          </p:nvPr>
        </p:nvSpPr>
        <p:spPr>
          <a:xfrm>
            <a:off x="1143000" y="2350008"/>
            <a:ext cx="1965960" cy="1801368"/>
          </a:xfrm>
          <a:solidFill>
            <a:schemeClr val="accent2"/>
          </a:solidFill>
        </p:spPr>
        <p:txBody>
          <a:bodyPr rtlCol="0"/>
          <a:lstStyle/>
          <a:p>
            <a:pPr rtl="0"/>
            <a:r>
              <a:rPr lang="en-US"/>
              <a:t>Click icon to add picture</a:t>
            </a:r>
            <a:endParaRPr lang="en-GB" dirty="0"/>
          </a:p>
        </p:txBody>
      </p:sp>
      <p:sp>
        <p:nvSpPr>
          <p:cNvPr id="39" name="Text Placeholder 2">
            <a:extLst>
              <a:ext uri="{FF2B5EF4-FFF2-40B4-BE49-F238E27FC236}">
                <a16:creationId xmlns:a16="http://schemas.microsoft.com/office/drawing/2014/main" id="{1F7CBA7A-8076-4743-AD9E-CB0B2B1D1856}"/>
              </a:ext>
            </a:extLst>
          </p:cNvPr>
          <p:cNvSpPr>
            <a:spLocks noGrp="1"/>
          </p:cNvSpPr>
          <p:nvPr>
            <p:ph type="body" idx="1" hasCustomPrompt="1"/>
          </p:nvPr>
        </p:nvSpPr>
        <p:spPr>
          <a:xfrm>
            <a:off x="1145421" y="4319521"/>
            <a:ext cx="1963236" cy="365760"/>
          </a:xfrm>
        </p:spPr>
        <p:txBody>
          <a:bodyPr rtlCol="0">
            <a:noAutofit/>
          </a:bodyPr>
          <a:lstStyle>
            <a:lvl1pPr marL="0" indent="0">
              <a:buNone/>
              <a:defRPr sz="2000" b="1">
                <a:solidFill>
                  <a:schemeClr val="tx1">
                    <a:lumMod val="85000"/>
                    <a:lumOff val="1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Name</a:t>
            </a:r>
          </a:p>
        </p:txBody>
      </p:sp>
      <p:sp>
        <p:nvSpPr>
          <p:cNvPr id="42" name="Text Placeholder 2">
            <a:extLst>
              <a:ext uri="{FF2B5EF4-FFF2-40B4-BE49-F238E27FC236}">
                <a16:creationId xmlns:a16="http://schemas.microsoft.com/office/drawing/2014/main" id="{8B03D9A7-85A7-4570-ADAF-E43C05B52D00}"/>
              </a:ext>
            </a:extLst>
          </p:cNvPr>
          <p:cNvSpPr>
            <a:spLocks noGrp="1"/>
          </p:cNvSpPr>
          <p:nvPr>
            <p:ph type="body" idx="13" hasCustomPrompt="1"/>
          </p:nvPr>
        </p:nvSpPr>
        <p:spPr>
          <a:xfrm>
            <a:off x="1143000" y="4761768"/>
            <a:ext cx="1963236" cy="741904"/>
          </a:xfrm>
        </p:spPr>
        <p:txBody>
          <a:bodyPr rtlCol="0">
            <a:noAutofit/>
          </a:bodyPr>
          <a:lstStyle>
            <a:lvl1pPr marL="0" indent="0">
              <a:buNone/>
              <a:defRPr sz="2000">
                <a:solidFill>
                  <a:schemeClr val="tx1">
                    <a:lumMod val="50000"/>
                    <a:lumOff val="50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Title</a:t>
            </a:r>
          </a:p>
        </p:txBody>
      </p:sp>
      <p:sp>
        <p:nvSpPr>
          <p:cNvPr id="51" name="Picture Placeholder 49">
            <a:extLst>
              <a:ext uri="{FF2B5EF4-FFF2-40B4-BE49-F238E27FC236}">
                <a16:creationId xmlns:a16="http://schemas.microsoft.com/office/drawing/2014/main" id="{ADF2F19D-7D9A-47B3-8711-A71F034693FE}"/>
              </a:ext>
            </a:extLst>
          </p:cNvPr>
          <p:cNvSpPr>
            <a:spLocks noGrp="1"/>
          </p:cNvSpPr>
          <p:nvPr>
            <p:ph type="pic" sz="quarter" idx="21"/>
          </p:nvPr>
        </p:nvSpPr>
        <p:spPr>
          <a:xfrm>
            <a:off x="3784636" y="2350008"/>
            <a:ext cx="1965960" cy="1801368"/>
          </a:xfrm>
          <a:solidFill>
            <a:schemeClr val="accent2"/>
          </a:solidFill>
        </p:spPr>
        <p:txBody>
          <a:bodyPr rtlCol="0"/>
          <a:lstStyle/>
          <a:p>
            <a:pPr rtl="0"/>
            <a:r>
              <a:rPr lang="en-US"/>
              <a:t>Click icon to add picture</a:t>
            </a:r>
            <a:endParaRPr lang="en-GB" dirty="0"/>
          </a:p>
        </p:txBody>
      </p:sp>
      <p:sp>
        <p:nvSpPr>
          <p:cNvPr id="43" name="Text Placeholder 2">
            <a:extLst>
              <a:ext uri="{FF2B5EF4-FFF2-40B4-BE49-F238E27FC236}">
                <a16:creationId xmlns:a16="http://schemas.microsoft.com/office/drawing/2014/main" id="{790A904C-841C-438E-BD4B-C18FC28CBD03}"/>
              </a:ext>
            </a:extLst>
          </p:cNvPr>
          <p:cNvSpPr>
            <a:spLocks noGrp="1"/>
          </p:cNvSpPr>
          <p:nvPr>
            <p:ph type="body" idx="14" hasCustomPrompt="1"/>
          </p:nvPr>
        </p:nvSpPr>
        <p:spPr>
          <a:xfrm>
            <a:off x="3789781" y="4319520"/>
            <a:ext cx="1963236" cy="365760"/>
          </a:xfrm>
        </p:spPr>
        <p:txBody>
          <a:bodyPr rtlCol="0">
            <a:noAutofit/>
          </a:bodyPr>
          <a:lstStyle>
            <a:lvl1pPr marL="0" indent="0">
              <a:buNone/>
              <a:defRPr sz="2000" b="1">
                <a:solidFill>
                  <a:schemeClr val="tx1">
                    <a:lumMod val="85000"/>
                    <a:lumOff val="1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Name</a:t>
            </a:r>
          </a:p>
        </p:txBody>
      </p:sp>
      <p:sp>
        <p:nvSpPr>
          <p:cNvPr id="44" name="Text Placeholder 2">
            <a:extLst>
              <a:ext uri="{FF2B5EF4-FFF2-40B4-BE49-F238E27FC236}">
                <a16:creationId xmlns:a16="http://schemas.microsoft.com/office/drawing/2014/main" id="{611759C1-BECA-460C-916A-079B29E05C36}"/>
              </a:ext>
            </a:extLst>
          </p:cNvPr>
          <p:cNvSpPr>
            <a:spLocks noGrp="1"/>
          </p:cNvSpPr>
          <p:nvPr>
            <p:ph type="body" idx="15" hasCustomPrompt="1"/>
          </p:nvPr>
        </p:nvSpPr>
        <p:spPr>
          <a:xfrm>
            <a:off x="3787360" y="4761767"/>
            <a:ext cx="1963236" cy="741904"/>
          </a:xfrm>
        </p:spPr>
        <p:txBody>
          <a:bodyPr rtlCol="0">
            <a:noAutofit/>
          </a:bodyPr>
          <a:lstStyle>
            <a:lvl1pPr marL="0" indent="0">
              <a:buNone/>
              <a:defRPr sz="2000">
                <a:solidFill>
                  <a:schemeClr val="tx1">
                    <a:lumMod val="50000"/>
                    <a:lumOff val="50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Title</a:t>
            </a:r>
          </a:p>
        </p:txBody>
      </p:sp>
      <p:sp>
        <p:nvSpPr>
          <p:cNvPr id="52" name="Picture Placeholder 49">
            <a:extLst>
              <a:ext uri="{FF2B5EF4-FFF2-40B4-BE49-F238E27FC236}">
                <a16:creationId xmlns:a16="http://schemas.microsoft.com/office/drawing/2014/main" id="{4519A595-9DA0-413B-A1E1-B0F059132DD1}"/>
              </a:ext>
            </a:extLst>
          </p:cNvPr>
          <p:cNvSpPr>
            <a:spLocks noGrp="1"/>
          </p:cNvSpPr>
          <p:nvPr>
            <p:ph type="pic" sz="quarter" idx="22"/>
          </p:nvPr>
        </p:nvSpPr>
        <p:spPr>
          <a:xfrm>
            <a:off x="6437376" y="2350008"/>
            <a:ext cx="1965960" cy="1801368"/>
          </a:xfrm>
          <a:solidFill>
            <a:schemeClr val="accent2"/>
          </a:solidFill>
        </p:spPr>
        <p:txBody>
          <a:bodyPr rtlCol="0"/>
          <a:lstStyle/>
          <a:p>
            <a:pPr rtl="0"/>
            <a:r>
              <a:rPr lang="en-US"/>
              <a:t>Click icon to add picture</a:t>
            </a:r>
            <a:endParaRPr lang="en-GB" dirty="0"/>
          </a:p>
        </p:txBody>
      </p:sp>
      <p:sp>
        <p:nvSpPr>
          <p:cNvPr id="45" name="Text Placeholder 2">
            <a:extLst>
              <a:ext uri="{FF2B5EF4-FFF2-40B4-BE49-F238E27FC236}">
                <a16:creationId xmlns:a16="http://schemas.microsoft.com/office/drawing/2014/main" id="{C20274DC-5128-46D8-9229-02288D264936}"/>
              </a:ext>
            </a:extLst>
          </p:cNvPr>
          <p:cNvSpPr>
            <a:spLocks noGrp="1"/>
          </p:cNvSpPr>
          <p:nvPr>
            <p:ph type="body" idx="16" hasCustomPrompt="1"/>
          </p:nvPr>
        </p:nvSpPr>
        <p:spPr>
          <a:xfrm>
            <a:off x="6441406" y="4319520"/>
            <a:ext cx="1963236" cy="365760"/>
          </a:xfrm>
        </p:spPr>
        <p:txBody>
          <a:bodyPr rtlCol="0">
            <a:noAutofit/>
          </a:bodyPr>
          <a:lstStyle>
            <a:lvl1pPr marL="0" indent="0">
              <a:buNone/>
              <a:defRPr sz="2000" b="1">
                <a:solidFill>
                  <a:schemeClr val="tx1">
                    <a:lumMod val="85000"/>
                    <a:lumOff val="1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Name</a:t>
            </a:r>
          </a:p>
        </p:txBody>
      </p:sp>
      <p:sp>
        <p:nvSpPr>
          <p:cNvPr id="46" name="Text Placeholder 2">
            <a:extLst>
              <a:ext uri="{FF2B5EF4-FFF2-40B4-BE49-F238E27FC236}">
                <a16:creationId xmlns:a16="http://schemas.microsoft.com/office/drawing/2014/main" id="{6F92FD73-9CD4-4AB0-8DEF-B9D7B1C5904D}"/>
              </a:ext>
            </a:extLst>
          </p:cNvPr>
          <p:cNvSpPr>
            <a:spLocks noGrp="1"/>
          </p:cNvSpPr>
          <p:nvPr>
            <p:ph type="body" idx="17" hasCustomPrompt="1"/>
          </p:nvPr>
        </p:nvSpPr>
        <p:spPr>
          <a:xfrm>
            <a:off x="6438985" y="4761767"/>
            <a:ext cx="1963236" cy="741904"/>
          </a:xfrm>
        </p:spPr>
        <p:txBody>
          <a:bodyPr rtlCol="0">
            <a:noAutofit/>
          </a:bodyPr>
          <a:lstStyle>
            <a:lvl1pPr marL="0" indent="0">
              <a:buNone/>
              <a:defRPr sz="2000">
                <a:solidFill>
                  <a:schemeClr val="tx1">
                    <a:lumMod val="50000"/>
                    <a:lumOff val="50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Title</a:t>
            </a:r>
          </a:p>
        </p:txBody>
      </p:sp>
      <p:sp>
        <p:nvSpPr>
          <p:cNvPr id="53" name="Picture Placeholder 49">
            <a:extLst>
              <a:ext uri="{FF2B5EF4-FFF2-40B4-BE49-F238E27FC236}">
                <a16:creationId xmlns:a16="http://schemas.microsoft.com/office/drawing/2014/main" id="{ECF2CB24-2F78-42B5-BEC0-904245F37452}"/>
              </a:ext>
            </a:extLst>
          </p:cNvPr>
          <p:cNvSpPr>
            <a:spLocks noGrp="1"/>
          </p:cNvSpPr>
          <p:nvPr>
            <p:ph type="pic" sz="quarter" idx="23"/>
          </p:nvPr>
        </p:nvSpPr>
        <p:spPr>
          <a:xfrm>
            <a:off x="9089136" y="2350008"/>
            <a:ext cx="1965960" cy="1801368"/>
          </a:xfrm>
          <a:solidFill>
            <a:schemeClr val="accent2"/>
          </a:solidFill>
        </p:spPr>
        <p:txBody>
          <a:bodyPr rtlCol="0"/>
          <a:lstStyle/>
          <a:p>
            <a:pPr rtl="0"/>
            <a:r>
              <a:rPr lang="en-US"/>
              <a:t>Click icon to add picture</a:t>
            </a:r>
            <a:endParaRPr lang="en-GB" dirty="0"/>
          </a:p>
        </p:txBody>
      </p:sp>
      <p:sp>
        <p:nvSpPr>
          <p:cNvPr id="47" name="Text Placeholder 2">
            <a:extLst>
              <a:ext uri="{FF2B5EF4-FFF2-40B4-BE49-F238E27FC236}">
                <a16:creationId xmlns:a16="http://schemas.microsoft.com/office/drawing/2014/main" id="{E099301F-F262-4EB4-9AAA-D10A9CF42DCF}"/>
              </a:ext>
            </a:extLst>
          </p:cNvPr>
          <p:cNvSpPr>
            <a:spLocks noGrp="1"/>
          </p:cNvSpPr>
          <p:nvPr>
            <p:ph type="body" idx="18" hasCustomPrompt="1"/>
          </p:nvPr>
        </p:nvSpPr>
        <p:spPr>
          <a:xfrm>
            <a:off x="9090610" y="4319520"/>
            <a:ext cx="1963236" cy="365760"/>
          </a:xfrm>
        </p:spPr>
        <p:txBody>
          <a:bodyPr rtlCol="0">
            <a:noAutofit/>
          </a:bodyPr>
          <a:lstStyle>
            <a:lvl1pPr marL="0" indent="0">
              <a:buNone/>
              <a:defRPr sz="2000" b="1">
                <a:solidFill>
                  <a:schemeClr val="tx1">
                    <a:lumMod val="85000"/>
                    <a:lumOff val="1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Name</a:t>
            </a:r>
          </a:p>
        </p:txBody>
      </p:sp>
      <p:sp>
        <p:nvSpPr>
          <p:cNvPr id="48" name="Text Placeholder 2">
            <a:extLst>
              <a:ext uri="{FF2B5EF4-FFF2-40B4-BE49-F238E27FC236}">
                <a16:creationId xmlns:a16="http://schemas.microsoft.com/office/drawing/2014/main" id="{BD5BC820-7DAB-4C8E-A7E4-A885BBE9AB8E}"/>
              </a:ext>
            </a:extLst>
          </p:cNvPr>
          <p:cNvSpPr>
            <a:spLocks noGrp="1"/>
          </p:cNvSpPr>
          <p:nvPr>
            <p:ph type="body" idx="19" hasCustomPrompt="1"/>
          </p:nvPr>
        </p:nvSpPr>
        <p:spPr>
          <a:xfrm>
            <a:off x="9088189" y="4761767"/>
            <a:ext cx="1963236" cy="741904"/>
          </a:xfrm>
        </p:spPr>
        <p:txBody>
          <a:bodyPr rtlCol="0">
            <a:noAutofit/>
          </a:bodyPr>
          <a:lstStyle>
            <a:lvl1pPr marL="0" indent="0">
              <a:buNone/>
              <a:defRPr sz="2000">
                <a:solidFill>
                  <a:schemeClr val="tx1">
                    <a:lumMod val="50000"/>
                    <a:lumOff val="50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Title</a:t>
            </a:r>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rtlCol="0"/>
          <a:lstStyle/>
          <a:p>
            <a:pPr rtl="0"/>
            <a:r>
              <a:rPr lang="en-GB"/>
              <a:t>Sample Footer Text</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rtlCol="0"/>
          <a:lstStyle/>
          <a:p>
            <a:pPr rtl="0"/>
            <a:r>
              <a:rPr lang="en-GB"/>
              <a:t>2/7/20XX</a:t>
            </a:r>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172832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and Content Timelin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a:xfrm>
            <a:off x="838200" y="1825625"/>
            <a:ext cx="10692810" cy="4351338"/>
          </a:xfrm>
        </p:spPr>
        <p:txBody>
          <a:bodyPr rtlCol="0"/>
          <a:lstStyle>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rtlCol="0">
            <a:normAutofit/>
          </a:bodyPr>
          <a:lstStyle>
            <a:lvl1pPr>
              <a:defRPr sz="4400"/>
            </a:lvl1pPr>
          </a:lstStyle>
          <a:p>
            <a:pPr rtl="0"/>
            <a:r>
              <a:rPr lang="en-US"/>
              <a:t>Click to edit Master title style</a:t>
            </a:r>
            <a:endParaRPr lang="en-GB"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rtlCol="0"/>
          <a:lstStyle/>
          <a:p>
            <a:pPr rtl="0"/>
            <a:r>
              <a:rPr lang="en-GB"/>
              <a:t>Sample Footer Text</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rtlCol="0"/>
          <a:lstStyle/>
          <a:p>
            <a:pPr rtl="0"/>
            <a:r>
              <a:rPr lang="en-GB"/>
              <a:t>2/7/20XX</a:t>
            </a:r>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227621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rtlCol="0">
            <a:normAutofit/>
          </a:bodyPr>
          <a:lstStyle>
            <a:lvl1pPr>
              <a:defRPr sz="4400"/>
            </a:lvl1pPr>
          </a:lstStyle>
          <a:p>
            <a:pPr rtl="0"/>
            <a:r>
              <a:rPr lang="en-US"/>
              <a:t>Click to edit Master title style</a:t>
            </a:r>
            <a:endParaRPr lang="en-GB"/>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rtlCol="0" anchor="ctr" anchorCtr="0">
            <a:normAutofit/>
          </a:bodyPr>
          <a:lstStyle>
            <a:lvl1pPr marL="0" indent="0">
              <a:buNone/>
              <a:defRPr sz="2800" b="1" cap="all"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rtlCol="0"/>
          <a:lstStyle>
            <a:lvl1pPr marL="283464" indent="-283464">
              <a:defRPr/>
            </a:lvl1pPr>
            <a:lvl2pPr marL="283464" indent="-283464">
              <a:defRPr/>
            </a:lvl2pPr>
            <a:lvl3pPr marL="283464" indent="-283464">
              <a:defRPr/>
            </a:lvl3pPr>
            <a:lvl4pPr marL="283464" indent="-283464">
              <a:defRPr/>
            </a:lvl4pPr>
            <a:lvl5pPr marL="283464" indent="-283464">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rtlCol="0" anchor="ctr" anchorCtr="0">
            <a:normAutofit/>
          </a:bodyPr>
          <a:lstStyle>
            <a:lvl1pPr marL="0" indent="0">
              <a:buNone/>
              <a:defRPr sz="2800" b="1" cap="all"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rtlCol="0"/>
          <a:lstStyle>
            <a:lvl1pPr marL="283464" indent="-283464">
              <a:defRPr/>
            </a:lvl1pPr>
            <a:lvl2pPr marL="283464" indent="-283464">
              <a:defRPr/>
            </a:lvl2pPr>
            <a:lvl3pPr marL="283464" indent="-283464">
              <a:defRPr/>
            </a:lvl3pPr>
            <a:lvl4pPr marL="283464" indent="-283464">
              <a:defRPr/>
            </a:lvl4pPr>
            <a:lvl5pPr marL="283464" indent="-283464">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rtlCol="0"/>
          <a:lstStyle/>
          <a:p>
            <a:pPr rtl="0"/>
            <a:r>
              <a:rPr lang="en-GB"/>
              <a:t>Sample Footer Text</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rtlCol="0"/>
          <a:lstStyle/>
          <a:p>
            <a:pPr rtl="0"/>
            <a:r>
              <a:rPr lang="en-GB"/>
              <a:t>2/7/20XX</a:t>
            </a:r>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3321030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rtlCol="0">
            <a:normAutofit/>
          </a:bodyPr>
          <a:lstStyle>
            <a:lvl1pPr>
              <a:defRPr sz="4400"/>
            </a:lvl1pPr>
          </a:lstStyle>
          <a:p>
            <a:pPr rtl="0"/>
            <a:r>
              <a:rPr lang="en-US"/>
              <a:t>Click to edit Master title style</a:t>
            </a:r>
            <a:endParaRPr lang="en-GB"/>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3200400" cy="823912"/>
          </a:xfrm>
        </p:spPr>
        <p:txBody>
          <a:bodyPr rtlCol="0" anchor="ctr" anchorCtr="0">
            <a:normAutofit/>
          </a:bodyPr>
          <a:lstStyle>
            <a:lvl1pPr marL="0" indent="0">
              <a:buNone/>
              <a:defRPr sz="2400" b="1" cap="all"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3200400" cy="3684588"/>
          </a:xfrm>
        </p:spPr>
        <p:txBody>
          <a:bodyPr rtlCol="0">
            <a:normAutofit/>
          </a:bodyPr>
          <a:lstStyle>
            <a:lvl1pPr marL="283464" indent="-283464">
              <a:defRPr sz="2000"/>
            </a:lvl1pPr>
            <a:lvl2pPr marL="283464" indent="-283464">
              <a:defRPr sz="2000"/>
            </a:lvl2pPr>
            <a:lvl3pPr marL="283464" indent="-283464">
              <a:defRPr sz="2000"/>
            </a:lvl3pPr>
            <a:lvl4pPr marL="283464" indent="-283464">
              <a:defRPr sz="2000"/>
            </a:lvl4pPr>
            <a:lvl5pPr marL="283464" indent="-283464">
              <a:defRPr sz="20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4495800" y="1734325"/>
            <a:ext cx="3200400" cy="823912"/>
          </a:xfrm>
        </p:spPr>
        <p:txBody>
          <a:bodyPr rtlCol="0" anchor="ctr" anchorCtr="0">
            <a:normAutofit/>
          </a:bodyPr>
          <a:lstStyle>
            <a:lvl1pPr marL="0" indent="0">
              <a:buNone/>
              <a:defRPr sz="2400" b="1" cap="all"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4495800" y="2558237"/>
            <a:ext cx="3200400" cy="3684588"/>
          </a:xfrm>
        </p:spPr>
        <p:txBody>
          <a:bodyPr rtlCol="0">
            <a:normAutofit/>
          </a:bodyPr>
          <a:lstStyle>
            <a:lvl1pPr marL="283464" indent="-283464">
              <a:defRPr sz="2000"/>
            </a:lvl1pPr>
            <a:lvl2pPr marL="283464" indent="-283464">
              <a:defRPr sz="2000"/>
            </a:lvl2pPr>
            <a:lvl3pPr marL="283464" indent="-283464">
              <a:defRPr sz="2000"/>
            </a:lvl3pPr>
            <a:lvl4pPr marL="283464" indent="-283464">
              <a:defRPr sz="2000"/>
            </a:lvl4pPr>
            <a:lvl5pPr marL="283464" indent="-283464">
              <a:defRPr sz="20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10" name="Text Placeholder 4">
            <a:extLst>
              <a:ext uri="{FF2B5EF4-FFF2-40B4-BE49-F238E27FC236}">
                <a16:creationId xmlns:a16="http://schemas.microsoft.com/office/drawing/2014/main" id="{90851D2E-FEBE-45BF-A78F-C1F61B6C3856}"/>
              </a:ext>
            </a:extLst>
          </p:cNvPr>
          <p:cNvSpPr>
            <a:spLocks noGrp="1"/>
          </p:cNvSpPr>
          <p:nvPr>
            <p:ph type="body" sz="quarter" idx="13"/>
          </p:nvPr>
        </p:nvSpPr>
        <p:spPr>
          <a:xfrm>
            <a:off x="8151812" y="1734325"/>
            <a:ext cx="3200400" cy="823912"/>
          </a:xfrm>
        </p:spPr>
        <p:txBody>
          <a:bodyPr rtlCol="0" anchor="ctr" anchorCtr="0">
            <a:normAutofit/>
          </a:bodyPr>
          <a:lstStyle>
            <a:lvl1pPr marL="0" indent="0">
              <a:buNone/>
              <a:defRPr sz="2400" b="1" cap="all"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t>Click to edit Master text styles</a:t>
            </a:r>
          </a:p>
        </p:txBody>
      </p:sp>
      <p:sp>
        <p:nvSpPr>
          <p:cNvPr id="11" name="Content Placeholder 5">
            <a:extLst>
              <a:ext uri="{FF2B5EF4-FFF2-40B4-BE49-F238E27FC236}">
                <a16:creationId xmlns:a16="http://schemas.microsoft.com/office/drawing/2014/main" id="{4135C99B-A268-4617-89C4-8F3AA2AAA69A}"/>
              </a:ext>
            </a:extLst>
          </p:cNvPr>
          <p:cNvSpPr>
            <a:spLocks noGrp="1"/>
          </p:cNvSpPr>
          <p:nvPr>
            <p:ph sz="quarter" idx="14"/>
          </p:nvPr>
        </p:nvSpPr>
        <p:spPr>
          <a:xfrm>
            <a:off x="8151812" y="2558237"/>
            <a:ext cx="3200400" cy="3684588"/>
          </a:xfrm>
        </p:spPr>
        <p:txBody>
          <a:bodyPr rtlCol="0">
            <a:normAutofit/>
          </a:bodyPr>
          <a:lstStyle>
            <a:lvl1pPr marL="283464" indent="-283464">
              <a:defRPr sz="2000"/>
            </a:lvl1pPr>
            <a:lvl2pPr marL="283464" indent="-283464">
              <a:defRPr sz="2000"/>
            </a:lvl2pPr>
            <a:lvl3pPr marL="283464" indent="-283464">
              <a:defRPr sz="2000"/>
            </a:lvl3pPr>
            <a:lvl4pPr marL="283464" indent="-283464">
              <a:defRPr sz="2000"/>
            </a:lvl4pPr>
            <a:lvl5pPr marL="283464" indent="-283464">
              <a:defRPr sz="2000"/>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rtlCol="0"/>
          <a:lstStyle/>
          <a:p>
            <a:pPr rtl="0"/>
            <a:r>
              <a:rPr lang="en-GB"/>
              <a:t>Sample Footer Text</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rtlCol="0"/>
          <a:lstStyle/>
          <a:p>
            <a:pPr rtl="0"/>
            <a:r>
              <a:rPr lang="en-GB"/>
              <a:t>2/7/20XX</a:t>
            </a:r>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2760255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9FC1870-C7ED-435A-8479-DFD344B9375D}"/>
              </a:ext>
            </a:extLst>
          </p:cNvPr>
          <p:cNvSpPr>
            <a:spLocks noGrp="1"/>
          </p:cNvSpPr>
          <p:nvPr>
            <p:ph type="title"/>
          </p:nvPr>
        </p:nvSpPr>
        <p:spPr>
          <a:xfrm>
            <a:off x="1143001" y="533400"/>
            <a:ext cx="5496636" cy="1685898"/>
          </a:xfrm>
        </p:spPr>
        <p:txBody>
          <a:bodyPr rtlCol="0">
            <a:normAutofit/>
          </a:bodyPr>
          <a:lstStyle>
            <a:lvl1pPr>
              <a:defRPr sz="4400"/>
            </a:lvl1pPr>
          </a:lstStyle>
          <a:p>
            <a:pPr rtl="0"/>
            <a:r>
              <a:rPr lang="en-US"/>
              <a:t>Click to edit Master title style</a:t>
            </a:r>
            <a:endParaRPr lang="en-GB" dirty="0"/>
          </a:p>
        </p:txBody>
      </p:sp>
      <p:sp>
        <p:nvSpPr>
          <p:cNvPr id="6" name="Content Placeholder 2">
            <a:extLst>
              <a:ext uri="{FF2B5EF4-FFF2-40B4-BE49-F238E27FC236}">
                <a16:creationId xmlns:a16="http://schemas.microsoft.com/office/drawing/2014/main" id="{D855DAF2-123D-4C27-95D2-974B571079F3}"/>
              </a:ext>
            </a:extLst>
          </p:cNvPr>
          <p:cNvSpPr>
            <a:spLocks noGrp="1"/>
          </p:cNvSpPr>
          <p:nvPr>
            <p:ph idx="1"/>
          </p:nvPr>
        </p:nvSpPr>
        <p:spPr>
          <a:xfrm>
            <a:off x="1143001" y="2229347"/>
            <a:ext cx="5496636" cy="3821743"/>
          </a:xfrm>
        </p:spPr>
        <p:txBody>
          <a:bodyPr rtlCol="0"/>
          <a:lstStyle>
            <a:lvl1pPr marL="0" indent="0">
              <a:buNone/>
              <a:defRPr/>
            </a:lvl1pPr>
          </a:lstStyle>
          <a:p>
            <a:pPr lvl="0" rtl="0"/>
            <a:r>
              <a:rPr lang="en-US"/>
              <a:t>Click to edit Master text styles</a:t>
            </a:r>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p>
            <a:pPr rtl="0"/>
            <a:r>
              <a:rPr lang="en-GB"/>
              <a:t>Sample Footer Text</a:t>
            </a:r>
          </a:p>
        </p:txBody>
      </p:sp>
      <p:sp>
        <p:nvSpPr>
          <p:cNvPr id="14" name="Picture Placeholder 11">
            <a:extLst>
              <a:ext uri="{FF2B5EF4-FFF2-40B4-BE49-F238E27FC236}">
                <a16:creationId xmlns:a16="http://schemas.microsoft.com/office/drawing/2014/main" id="{E3769467-BA9B-49FE-B40A-419EF32766CE}"/>
              </a:ext>
            </a:extLst>
          </p:cNvPr>
          <p:cNvSpPr>
            <a:spLocks noGrp="1"/>
          </p:cNvSpPr>
          <p:nvPr>
            <p:ph type="pic" sz="quarter" idx="14"/>
          </p:nvPr>
        </p:nvSpPr>
        <p:spPr>
          <a:xfrm>
            <a:off x="7186070" y="0"/>
            <a:ext cx="2463897" cy="3429000"/>
          </a:xfrm>
          <a:solidFill>
            <a:schemeClr val="accent2"/>
          </a:solidFill>
        </p:spPr>
        <p:txBody>
          <a:bodyPr rtlCol="0"/>
          <a:lstStyle/>
          <a:p>
            <a:pPr rtl="0"/>
            <a:r>
              <a:rPr lang="en-US"/>
              <a:t>Click icon to add picture</a:t>
            </a:r>
            <a:endParaRPr lang="en-GB" dirty="0"/>
          </a:p>
        </p:txBody>
      </p:sp>
      <p:sp>
        <p:nvSpPr>
          <p:cNvPr id="12" name="Picture Placeholder 11">
            <a:extLst>
              <a:ext uri="{FF2B5EF4-FFF2-40B4-BE49-F238E27FC236}">
                <a16:creationId xmlns:a16="http://schemas.microsoft.com/office/drawing/2014/main" id="{77878E15-1592-426F-A454-7F4568224567}"/>
              </a:ext>
            </a:extLst>
          </p:cNvPr>
          <p:cNvSpPr>
            <a:spLocks noGrp="1"/>
          </p:cNvSpPr>
          <p:nvPr>
            <p:ph type="pic" sz="quarter" idx="13"/>
          </p:nvPr>
        </p:nvSpPr>
        <p:spPr>
          <a:xfrm>
            <a:off x="9649155" y="0"/>
            <a:ext cx="2539797" cy="3429000"/>
          </a:xfrm>
          <a:solidFill>
            <a:schemeClr val="accent2"/>
          </a:solidFill>
        </p:spPr>
        <p:txBody>
          <a:bodyPr rtlCol="0"/>
          <a:lstStyle/>
          <a:p>
            <a:pPr rtl="0"/>
            <a:r>
              <a:rPr lang="en-US"/>
              <a:t>Click icon to add picture</a:t>
            </a:r>
            <a:endParaRPr lang="en-GB" dirty="0"/>
          </a:p>
        </p:txBody>
      </p:sp>
      <p:sp>
        <p:nvSpPr>
          <p:cNvPr id="16" name="Picture Placeholder 11">
            <a:extLst>
              <a:ext uri="{FF2B5EF4-FFF2-40B4-BE49-F238E27FC236}">
                <a16:creationId xmlns:a16="http://schemas.microsoft.com/office/drawing/2014/main" id="{E318F348-8CAC-4ADD-8162-E88487E44EBB}"/>
              </a:ext>
            </a:extLst>
          </p:cNvPr>
          <p:cNvSpPr>
            <a:spLocks noGrp="1"/>
          </p:cNvSpPr>
          <p:nvPr>
            <p:ph type="pic" sz="quarter" idx="16"/>
          </p:nvPr>
        </p:nvSpPr>
        <p:spPr>
          <a:xfrm>
            <a:off x="7186070" y="3383280"/>
            <a:ext cx="2463897" cy="3474720"/>
          </a:xfrm>
          <a:solidFill>
            <a:schemeClr val="accent2"/>
          </a:solidFill>
        </p:spPr>
        <p:txBody>
          <a:bodyPr rtlCol="0"/>
          <a:lstStyle/>
          <a:p>
            <a:pPr rtl="0"/>
            <a:r>
              <a:rPr lang="en-US"/>
              <a:t>Click icon to add picture</a:t>
            </a:r>
            <a:endParaRPr lang="en-GB" dirty="0"/>
          </a:p>
        </p:txBody>
      </p:sp>
      <p:sp>
        <p:nvSpPr>
          <p:cNvPr id="15" name="Picture Placeholder 11">
            <a:extLst>
              <a:ext uri="{FF2B5EF4-FFF2-40B4-BE49-F238E27FC236}">
                <a16:creationId xmlns:a16="http://schemas.microsoft.com/office/drawing/2014/main" id="{C762F208-8E03-4B5E-9F11-0F01147F6A47}"/>
              </a:ext>
            </a:extLst>
          </p:cNvPr>
          <p:cNvSpPr>
            <a:spLocks noGrp="1"/>
          </p:cNvSpPr>
          <p:nvPr>
            <p:ph type="pic" sz="quarter" idx="15"/>
          </p:nvPr>
        </p:nvSpPr>
        <p:spPr>
          <a:xfrm>
            <a:off x="9649155" y="3383280"/>
            <a:ext cx="2539797" cy="3474720"/>
          </a:xfrm>
          <a:solidFill>
            <a:schemeClr val="accent2"/>
          </a:solidFill>
        </p:spPr>
        <p:txBody>
          <a:bodyPr rtlCol="0"/>
          <a:lstStyle/>
          <a:p>
            <a:pPr rtl="0"/>
            <a:r>
              <a:rPr lang="en-US"/>
              <a:t>Click icon to add picture</a:t>
            </a:r>
            <a:endParaRPr lang="en-GB" dirty="0"/>
          </a:p>
        </p:txBody>
      </p:sp>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lvl1pPr>
              <a:defRPr>
                <a:solidFill>
                  <a:schemeClr val="bg1"/>
                </a:solidFill>
              </a:defRPr>
            </a:lvl1pPr>
          </a:lstStyle>
          <a:p>
            <a:pPr rtl="0"/>
            <a:r>
              <a:rPr lang="en-GB"/>
              <a:t>2/7/20XX</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lvl1pPr>
              <a:defRPr>
                <a:solidFill>
                  <a:schemeClr val="bg1"/>
                </a:solidFill>
              </a:defRPr>
            </a:lvl1pPr>
          </a:lstStyle>
          <a:p>
            <a:pPr rtl="0"/>
            <a:fld id="{312CC964-A50B-4C29-B4E4-2C30BB34CCF3}" type="slidenum">
              <a:rPr lang="en-GB" smtClean="0"/>
              <a:pPr/>
              <a:t>‹#›</a:t>
            </a:fld>
            <a:endParaRPr lang="en-GB" dirty="0"/>
          </a:p>
        </p:txBody>
      </p:sp>
    </p:spTree>
    <p:extLst>
      <p:ext uri="{BB962C8B-B14F-4D97-AF65-F5344CB8AC3E}">
        <p14:creationId xmlns:p14="http://schemas.microsoft.com/office/powerpoint/2010/main" val="459711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6AF1A06-62E5-489E-B58B-735C8C7AC163}"/>
              </a:ext>
            </a:extLst>
          </p:cNvPr>
          <p:cNvSpPr>
            <a:spLocks noGrp="1"/>
          </p:cNvSpPr>
          <p:nvPr>
            <p:ph type="title"/>
          </p:nvPr>
        </p:nvSpPr>
        <p:spPr>
          <a:xfrm>
            <a:off x="5146159" y="685800"/>
            <a:ext cx="6238688" cy="1382233"/>
          </a:xfrm>
        </p:spPr>
        <p:txBody>
          <a:bodyPr rtlCol="0">
            <a:normAutofit/>
          </a:bodyPr>
          <a:lstStyle>
            <a:lvl1pPr>
              <a:defRPr sz="4400"/>
            </a:lvl1pPr>
          </a:lstStyle>
          <a:p>
            <a:pPr rtl="0"/>
            <a:r>
              <a:rPr lang="en-US"/>
              <a:t>Click to edit Master title style</a:t>
            </a:r>
            <a:endParaRPr lang="en-GB" dirty="0"/>
          </a:p>
        </p:txBody>
      </p:sp>
      <p:sp>
        <p:nvSpPr>
          <p:cNvPr id="11" name="Picture Placeholder 10">
            <a:extLst>
              <a:ext uri="{FF2B5EF4-FFF2-40B4-BE49-F238E27FC236}">
                <a16:creationId xmlns:a16="http://schemas.microsoft.com/office/drawing/2014/main" id="{F69C6C4F-4058-4399-B572-5BE848DDF8B3}"/>
              </a:ext>
            </a:extLst>
          </p:cNvPr>
          <p:cNvSpPr>
            <a:spLocks noGrp="1"/>
          </p:cNvSpPr>
          <p:nvPr>
            <p:ph type="pic" sz="quarter" idx="13"/>
          </p:nvPr>
        </p:nvSpPr>
        <p:spPr>
          <a:xfrm>
            <a:off x="0" y="-7444"/>
            <a:ext cx="4966447" cy="6846394"/>
          </a:xfrm>
          <a:custGeom>
            <a:avLst/>
            <a:gdLst>
              <a:gd name="connsiteX0" fmla="*/ 0 w 4966447"/>
              <a:gd name="connsiteY0" fmla="*/ 0 h 6846394"/>
              <a:gd name="connsiteX1" fmla="*/ 4966447 w 4966447"/>
              <a:gd name="connsiteY1" fmla="*/ 0 h 6846394"/>
              <a:gd name="connsiteX2" fmla="*/ 3362258 w 4966447"/>
              <a:gd name="connsiteY2" fmla="*/ 6846394 h 6846394"/>
              <a:gd name="connsiteX3" fmla="*/ 0 w 4966447"/>
              <a:gd name="connsiteY3" fmla="*/ 6846394 h 6846394"/>
            </a:gdLst>
            <a:ahLst/>
            <a:cxnLst>
              <a:cxn ang="0">
                <a:pos x="connsiteX0" y="connsiteY0"/>
              </a:cxn>
              <a:cxn ang="0">
                <a:pos x="connsiteX1" y="connsiteY1"/>
              </a:cxn>
              <a:cxn ang="0">
                <a:pos x="connsiteX2" y="connsiteY2"/>
              </a:cxn>
              <a:cxn ang="0">
                <a:pos x="connsiteX3" y="connsiteY3"/>
              </a:cxn>
            </a:cxnLst>
            <a:rect l="l" t="t" r="r" b="b"/>
            <a:pathLst>
              <a:path w="4966447" h="6846394">
                <a:moveTo>
                  <a:pt x="0" y="0"/>
                </a:moveTo>
                <a:lnTo>
                  <a:pt x="4966447" y="0"/>
                </a:lnTo>
                <a:lnTo>
                  <a:pt x="3362258" y="6846394"/>
                </a:lnTo>
                <a:lnTo>
                  <a:pt x="0" y="6846394"/>
                </a:lnTo>
                <a:close/>
              </a:path>
            </a:pathLst>
          </a:custGeom>
          <a:solidFill>
            <a:schemeClr val="accent2"/>
          </a:solidFill>
        </p:spPr>
        <p:txBody>
          <a:bodyPr wrap="square" rtlCol="0">
            <a:noAutofit/>
          </a:bodyPr>
          <a:lstStyle/>
          <a:p>
            <a:pPr rtl="0"/>
            <a:r>
              <a:rPr lang="en-US"/>
              <a:t>Click icon to add picture</a:t>
            </a:r>
            <a:endParaRPr lang="en-GB" dirty="0"/>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lvl1pPr>
              <a:defRPr>
                <a:solidFill>
                  <a:schemeClr val="bg1"/>
                </a:solidFill>
              </a:defRPr>
            </a:lvl1pPr>
          </a:lstStyle>
          <a:p>
            <a:pPr rtl="0"/>
            <a:r>
              <a:rPr lang="en-GB"/>
              <a:t>Sample Footer Text</a:t>
            </a:r>
            <a:endParaRPr lang="en-GB" dirty="0">
              <a:solidFill>
                <a:schemeClr val="bg1"/>
              </a:solidFill>
            </a:endParaRPr>
          </a:p>
        </p:txBody>
      </p:sp>
      <p:sp>
        <p:nvSpPr>
          <p:cNvPr id="7" name="Content Placeholder 2">
            <a:extLst>
              <a:ext uri="{FF2B5EF4-FFF2-40B4-BE49-F238E27FC236}">
                <a16:creationId xmlns:a16="http://schemas.microsoft.com/office/drawing/2014/main" id="{9C26D8E8-8E78-469E-8668-51D3E4C11F13}"/>
              </a:ext>
            </a:extLst>
          </p:cNvPr>
          <p:cNvSpPr>
            <a:spLocks noGrp="1"/>
          </p:cNvSpPr>
          <p:nvPr>
            <p:ph idx="1"/>
          </p:nvPr>
        </p:nvSpPr>
        <p:spPr>
          <a:xfrm>
            <a:off x="5146158" y="2301949"/>
            <a:ext cx="6238687" cy="4022650"/>
          </a:xfrm>
        </p:spPr>
        <p:txBody>
          <a:bodyPr rtlCol="0"/>
          <a:lstStyle>
            <a:lvl1pPr>
              <a:buNone/>
              <a:defRPr/>
            </a:lvl1pPr>
          </a:lstStyle>
          <a:p>
            <a:pPr lvl="0" rtl="0"/>
            <a:r>
              <a:rPr lang="en-US"/>
              <a:t>Click to edit Master text styles</a:t>
            </a:r>
          </a:p>
        </p:txBody>
      </p:sp>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p>
            <a:pPr rtl="0"/>
            <a:r>
              <a:rPr lang="en-GB"/>
              <a:t>2/7/20XX</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cxnSp>
        <p:nvCxnSpPr>
          <p:cNvPr id="8" name="Straight Connector 7">
            <a:extLst>
              <a:ext uri="{FF2B5EF4-FFF2-40B4-BE49-F238E27FC236}">
                <a16:creationId xmlns:a16="http://schemas.microsoft.com/office/drawing/2014/main" id="{ED096BF3-A78D-4B37-892C-A0C32711851A}"/>
              </a:ext>
              <a:ext uri="{C183D7F6-B498-43B3-948B-1728B52AA6E4}">
                <adec:decorative xmlns:adec="http://schemas.microsoft.com/office/drawing/2017/decorative" val="1"/>
              </a:ext>
            </a:extLst>
          </p:cNvPr>
          <p:cNvCxnSpPr>
            <a:cxnSpLocks/>
          </p:cNvCxnSpPr>
          <p:nvPr userDrawn="1"/>
        </p:nvCxnSpPr>
        <p:spPr>
          <a:xfrm flipH="1">
            <a:off x="3627455" y="-19394"/>
            <a:ext cx="806149" cy="687739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478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p>
            <a:pPr rtl="0"/>
            <a:r>
              <a:rPr lang="en-GB"/>
              <a:t>2/7/20XX</a:t>
            </a:r>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3687023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rtlCol="0" anchor="b">
            <a:normAutofit/>
          </a:bodyPr>
          <a:lstStyle>
            <a:lvl1pPr algn="ctr">
              <a:defRPr sz="6600"/>
            </a:lvl1pPr>
          </a:lstStyle>
          <a:p>
            <a:pPr rtl="0"/>
            <a:r>
              <a:rPr lang="en-US"/>
              <a:t>Click to edit Master title style</a:t>
            </a:r>
            <a:endParaRPr lang="en-GB"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rtlCol="0">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a:t>Click to edit Master subtitle style</a:t>
            </a:r>
            <a:endParaRPr lang="en-GB"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rtlCol="0"/>
          <a:lstStyle/>
          <a:p>
            <a:pPr rtl="0"/>
            <a:r>
              <a:rPr lang="en-GB"/>
              <a:t>2/7/20XX</a:t>
            </a:r>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949970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rtlCol="0" anchor="b"/>
          <a:lstStyle>
            <a:lvl1pPr>
              <a:defRPr sz="6000"/>
            </a:lvl1pPr>
          </a:lstStyle>
          <a:p>
            <a:pPr rtl="0"/>
            <a:r>
              <a:rPr lang="en-US"/>
              <a:t>Click to edit Master title style</a:t>
            </a:r>
            <a:endParaRPr lang="en-GB"/>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rtlCol="0"/>
          <a:lstStyle/>
          <a:p>
            <a:pPr rtl="0"/>
            <a:r>
              <a:rPr lang="en-GB"/>
              <a:t>2/7/20XX</a:t>
            </a:r>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rtlCol="0"/>
          <a:lstStyle/>
          <a:p>
            <a:pPr rtl="0"/>
            <a:r>
              <a:rPr lang="en-GB"/>
              <a:t>Sample Footer Text</a:t>
            </a:r>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12845154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rtlCol="0"/>
          <a:lstStyle/>
          <a:p>
            <a:pPr rtl="0"/>
            <a:r>
              <a:rPr lang="en-US"/>
              <a:t>Click to edit Master title style</a:t>
            </a:r>
            <a:endParaRPr lang="en-GB"/>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rtlCol="0"/>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rtlCol="0"/>
          <a:lstStyle/>
          <a:p>
            <a:pPr rtl="0"/>
            <a:r>
              <a:rPr lang="en-GB"/>
              <a:t>2/7/20XX</a:t>
            </a:r>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rtlCol="0"/>
          <a:lstStyle/>
          <a:p>
            <a:pPr rtl="0"/>
            <a:r>
              <a:rPr lang="en-GB"/>
              <a:t>Sample Footer Text</a:t>
            </a:r>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31136795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rtlCol="0"/>
          <a:lstStyle/>
          <a:p>
            <a:pPr rtl="0"/>
            <a:r>
              <a:rPr lang="en-US"/>
              <a:t>Click to edit Master title style</a:t>
            </a:r>
            <a:endParaRPr lang="en-GB"/>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rtlCol="0"/>
          <a:lstStyle/>
          <a:p>
            <a:pPr rtl="0"/>
            <a:r>
              <a:rPr lang="en-GB"/>
              <a:t>2/7/20XX</a:t>
            </a:r>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rtlCol="0"/>
          <a:lstStyle/>
          <a:p>
            <a:pPr rtl="0"/>
            <a:r>
              <a:rPr lang="en-GB"/>
              <a:t>Sample Footer Text</a:t>
            </a:r>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9259756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p>
            <a:pPr rtl="0"/>
            <a:r>
              <a:rPr lang="en-GB"/>
              <a:t>2/7/20XX</a:t>
            </a:r>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p>
            <a:pPr rtl="0"/>
            <a:r>
              <a:rPr lang="en-GB"/>
              <a:t>Sample Footer Text</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11857525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43FF111-78CB-4983-B8F5-B6B8AB608EBD}"/>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Title 1">
            <a:extLst>
              <a:ext uri="{FF2B5EF4-FFF2-40B4-BE49-F238E27FC236}">
                <a16:creationId xmlns:a16="http://schemas.microsoft.com/office/drawing/2014/main" id="{D7213E2B-F1F4-4058-B2C2-73EC82E30701}"/>
              </a:ext>
            </a:extLst>
          </p:cNvPr>
          <p:cNvSpPr>
            <a:spLocks noGrp="1"/>
          </p:cNvSpPr>
          <p:nvPr>
            <p:ph type="ctrTitle"/>
          </p:nvPr>
        </p:nvSpPr>
        <p:spPr>
          <a:xfrm>
            <a:off x="5083790" y="1064715"/>
            <a:ext cx="6153912" cy="3922755"/>
          </a:xfrm>
        </p:spPr>
        <p:txBody>
          <a:bodyPr rtlCol="0">
            <a:normAutofit/>
          </a:bodyPr>
          <a:lstStyle>
            <a:lvl1pPr algn="l">
              <a:defRPr sz="4400"/>
            </a:lvl1pPr>
          </a:lstStyle>
          <a:p>
            <a:pPr algn="r" rtl="0"/>
            <a:r>
              <a:rPr lang="en-US"/>
              <a:t>Click to edit Master title style</a:t>
            </a:r>
            <a:endParaRPr lang="en-GB" dirty="0"/>
          </a:p>
        </p:txBody>
      </p:sp>
      <p:sp>
        <p:nvSpPr>
          <p:cNvPr id="7" name="Subtitle 2">
            <a:extLst>
              <a:ext uri="{FF2B5EF4-FFF2-40B4-BE49-F238E27FC236}">
                <a16:creationId xmlns:a16="http://schemas.microsoft.com/office/drawing/2014/main" id="{6F3C210C-32A8-4833-93AA-B97D51CEA9A5}"/>
              </a:ext>
            </a:extLst>
          </p:cNvPr>
          <p:cNvSpPr>
            <a:spLocks noGrp="1"/>
          </p:cNvSpPr>
          <p:nvPr>
            <p:ph type="subTitle" idx="1"/>
          </p:nvPr>
        </p:nvSpPr>
        <p:spPr>
          <a:xfrm>
            <a:off x="5083790" y="5033339"/>
            <a:ext cx="6157951" cy="943386"/>
          </a:xfrm>
        </p:spPr>
        <p:txBody>
          <a:bodyPr rtlCol="0"/>
          <a:lstStyle>
            <a:lvl1pPr>
              <a:buNone/>
              <a:defRPr/>
            </a:lvl1pPr>
          </a:lstStyle>
          <a:p>
            <a:pPr algn="r" rtl="0"/>
            <a:r>
              <a:rPr lang="en-US"/>
              <a:t>Click to edit Master subtitle style</a:t>
            </a:r>
            <a:endParaRPr lang="en-GB" dirty="0"/>
          </a:p>
        </p:txBody>
      </p:sp>
      <p:cxnSp>
        <p:nvCxnSpPr>
          <p:cNvPr id="9" name="Straight Connector 8">
            <a:extLst>
              <a:ext uri="{FF2B5EF4-FFF2-40B4-BE49-F238E27FC236}">
                <a16:creationId xmlns:a16="http://schemas.microsoft.com/office/drawing/2014/main" id="{F9FA8250-8F05-4500-98CD-AD8B9E2BABCB}"/>
              </a:ext>
              <a:ext uri="{C183D7F6-B498-43B3-948B-1728B52AA6E4}">
                <adec:decorative xmlns:adec="http://schemas.microsoft.com/office/drawing/2017/decorative" val="1"/>
              </a:ext>
            </a:extLst>
          </p:cNvPr>
          <p:cNvCxnSpPr>
            <a:cxnSpLocks/>
          </p:cNvCxnSpPr>
          <p:nvPr userDrawn="1"/>
        </p:nvCxnSpPr>
        <p:spPr>
          <a:xfrm flipH="1">
            <a:off x="3418764" y="0"/>
            <a:ext cx="815637" cy="685734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F4A7590-29E0-4C43-A12B-EE5A8672A9B9}"/>
              </a:ext>
              <a:ext uri="{C183D7F6-B498-43B3-948B-1728B52AA6E4}">
                <adec:decorative xmlns:adec="http://schemas.microsoft.com/office/drawing/2017/decorative" val="1"/>
              </a:ext>
            </a:extLst>
          </p:cNvPr>
          <p:cNvCxnSpPr>
            <a:cxnSpLocks/>
          </p:cNvCxnSpPr>
          <p:nvPr userDrawn="1"/>
        </p:nvCxnSpPr>
        <p:spPr>
          <a:xfrm>
            <a:off x="0" y="5468380"/>
            <a:ext cx="6096000" cy="138961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8440C747-2FA3-4C97-A0A7-52520A197E23}"/>
              </a:ext>
            </a:extLst>
          </p:cNvPr>
          <p:cNvSpPr>
            <a:spLocks noGrp="1"/>
          </p:cNvSpPr>
          <p:nvPr>
            <p:ph type="pic" sz="quarter" idx="13"/>
          </p:nvPr>
        </p:nvSpPr>
        <p:spPr>
          <a:xfrm>
            <a:off x="16822" y="0"/>
            <a:ext cx="4811317" cy="6857998"/>
          </a:xfrm>
          <a:custGeom>
            <a:avLst/>
            <a:gdLst>
              <a:gd name="connsiteX0" fmla="*/ 0 w 4811317"/>
              <a:gd name="connsiteY0" fmla="*/ 0 h 6857998"/>
              <a:gd name="connsiteX1" fmla="*/ 4811317 w 4811317"/>
              <a:gd name="connsiteY1" fmla="*/ 0 h 6857998"/>
              <a:gd name="connsiteX2" fmla="*/ 2712446 w 4811317"/>
              <a:gd name="connsiteY2" fmla="*/ 6857998 h 6857998"/>
              <a:gd name="connsiteX3" fmla="*/ 0 w 4811317"/>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4811317" h="6857998">
                <a:moveTo>
                  <a:pt x="0" y="0"/>
                </a:moveTo>
                <a:lnTo>
                  <a:pt x="4811317" y="0"/>
                </a:lnTo>
                <a:lnTo>
                  <a:pt x="2712446" y="6857998"/>
                </a:lnTo>
                <a:lnTo>
                  <a:pt x="0" y="6857998"/>
                </a:lnTo>
                <a:close/>
              </a:path>
            </a:pathLst>
          </a:custGeom>
          <a:solidFill>
            <a:schemeClr val="accent2"/>
          </a:solidFill>
        </p:spPr>
        <p:txBody>
          <a:bodyPr wrap="square" rtlCol="0">
            <a:noAutofit/>
          </a:bodyPr>
          <a:lstStyle/>
          <a:p>
            <a:pPr rtl="0"/>
            <a:r>
              <a:rPr lang="en-US"/>
              <a:t>Click icon to add picture</a:t>
            </a:r>
            <a:endParaRPr lang="en-GB" dirty="0"/>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rtlCol="0"/>
          <a:lstStyle/>
          <a:p>
            <a:pPr rtl="0"/>
            <a:r>
              <a:rPr lang="en-GB"/>
              <a:t>Sample Footer Text</a:t>
            </a:r>
          </a:p>
        </p:txBody>
      </p:sp>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rtlCol="0"/>
          <a:lstStyle/>
          <a:p>
            <a:pPr rtl="0"/>
            <a:r>
              <a:rPr lang="en-GB"/>
              <a:t>2/7/20XX</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25060468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rtlCol="0" anchor="b"/>
          <a:lstStyle>
            <a:lvl1pPr>
              <a:defRPr sz="3200"/>
            </a:lvl1pPr>
          </a:lstStyle>
          <a:p>
            <a:pPr rtl="0"/>
            <a:r>
              <a:rPr lang="en-US"/>
              <a:t>Click to edit Master title style</a:t>
            </a:r>
            <a:endParaRPr lang="en-GB"/>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rtlCol="0"/>
          <a:lstStyle/>
          <a:p>
            <a:pPr rtl="0"/>
            <a:r>
              <a:rPr lang="en-GB"/>
              <a:t>2/7/20XX</a:t>
            </a:r>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rtlCol="0"/>
          <a:lstStyle/>
          <a:p>
            <a:pPr rtl="0"/>
            <a:r>
              <a:rPr lang="en-GB"/>
              <a:t>Sample Footer Text</a:t>
            </a:r>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3339195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rtlCol="0" anchor="b"/>
          <a:lstStyle>
            <a:lvl1pPr>
              <a:defRPr sz="3200"/>
            </a:lvl1pPr>
          </a:lstStyle>
          <a:p>
            <a:pPr rtl="0"/>
            <a:r>
              <a:rPr lang="en-US"/>
              <a:t>Click to edit Master title style</a:t>
            </a:r>
            <a:endParaRPr lang="en-GB"/>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a:t>Click icon to add picture</a:t>
            </a:r>
            <a:endParaRPr lang="en-GB"/>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rtlCol="0"/>
          <a:lstStyle/>
          <a:p>
            <a:pPr rtl="0"/>
            <a:r>
              <a:rPr lang="en-GB"/>
              <a:t>2/7/20XX</a:t>
            </a:r>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rtlCol="0"/>
          <a:lstStyle/>
          <a:p>
            <a:pPr rtl="0"/>
            <a:r>
              <a:rPr lang="en-GB"/>
              <a:t>Sample Footer Text</a:t>
            </a:r>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rtlCol="0"/>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4200526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pPr rtl="0"/>
            <a:r>
              <a:rPr lang="en-US"/>
              <a:t>Click to edit Master title style</a:t>
            </a:r>
            <a:endParaRPr lang="en-GB"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pPr rtl="0"/>
            <a:r>
              <a:rPr lang="en-GB"/>
              <a:t>2/7/20XX</a:t>
            </a:r>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pPr rtl="0"/>
            <a:r>
              <a:rPr lang="en-GB"/>
              <a:t>Sample Footer Text</a:t>
            </a:r>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pPr rtl="0"/>
            <a:fld id="{312CC964-A50B-4C29-B4E4-2C30BB34CCF3}" type="slidenum">
              <a:rPr lang="en-GB" smtClean="0"/>
              <a:t>‹#›</a:t>
            </a:fld>
            <a:endParaRPr lang="en-GB" dirty="0"/>
          </a:p>
        </p:txBody>
      </p:sp>
    </p:spTree>
    <p:extLst>
      <p:ext uri="{BB962C8B-B14F-4D97-AF65-F5344CB8AC3E}">
        <p14:creationId xmlns:p14="http://schemas.microsoft.com/office/powerpoint/2010/main" val="9060365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6" r:id="rId5"/>
    <p:sldLayoutId id="2147483662" r:id="rId6"/>
    <p:sldLayoutId id="2147483679" r:id="rId7"/>
    <p:sldLayoutId id="2147483682" r:id="rId8"/>
    <p:sldLayoutId id="2147483687" r:id="rId9"/>
    <p:sldLayoutId id="2147483665" r:id="rId10"/>
    <p:sldLayoutId id="2147483683" r:id="rId11"/>
    <p:sldLayoutId id="2147483677" r:id="rId12"/>
    <p:sldLayoutId id="2147483678" r:id="rId13"/>
    <p:sldLayoutId id="2147483684" r:id="rId14"/>
    <p:sldLayoutId id="2147483661" r:id="rId15"/>
    <p:sldLayoutId id="2147483663" r:id="rId16"/>
    <p:sldLayoutId id="2147483664" r:id="rId17"/>
    <p:sldLayoutId id="2147483666" r:id="rId18"/>
    <p:sldLayoutId id="2147483667" r:id="rId19"/>
    <p:sldLayoutId id="2147483685" r:id="rId20"/>
    <p:sldLayoutId id="2147483668" r:id="rId21"/>
    <p:sldLayoutId id="2147483669" r:id="rId22"/>
  </p:sldLayoutIdLst>
  <p:hf hdr="0"/>
  <p:txStyles>
    <p:titleStyle>
      <a:lvl1pPr algn="l" defTabSz="914400" rtl="0" eaLnBrk="1" latinLnBrk="0" hangingPunct="1">
        <a:lnSpc>
          <a:spcPct val="90000"/>
        </a:lnSpc>
        <a:spcBef>
          <a:spcPct val="0"/>
        </a:spcBef>
        <a:buNone/>
        <a:defRPr sz="32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2.xml"/><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2.xml"/><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8.xml"/><Relationship Id="rId6" Type="http://schemas.openxmlformats.org/officeDocument/2006/relationships/image" Target="../media/image31.jpeg"/><Relationship Id="rId5" Type="http://schemas.openxmlformats.org/officeDocument/2006/relationships/image" Target="../media/image30.png"/><Relationship Id="rId4" Type="http://schemas.openxmlformats.org/officeDocument/2006/relationships/image" Target="../media/image29.jpeg"/></Relationships>
</file>

<file path=ppt/slides/_rels/slide16.xml.rels><?xml version="1.0" encoding="UTF-8" standalone="yes"?>
<Relationships xmlns="http://schemas.openxmlformats.org/package/2006/relationships"><Relationship Id="rId3" Type="http://schemas.openxmlformats.org/officeDocument/2006/relationships/hyperlink" Target="http://www.nvi-sa.com/" TargetMode="External"/><Relationship Id="rId2" Type="http://schemas.openxmlformats.org/officeDocument/2006/relationships/image" Target="../media/image32.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low angle view of buildings in a city">
            <a:extLst>
              <a:ext uri="{FF2B5EF4-FFF2-40B4-BE49-F238E27FC236}">
                <a16:creationId xmlns:a16="http://schemas.microsoft.com/office/drawing/2014/main" id="{3CF2725B-8BAD-4651-8A3F-80E73387133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2623279" y="0"/>
            <a:ext cx="9568721" cy="6858000"/>
          </a:xfrm>
        </p:spPr>
      </p:pic>
      <p:sp>
        <p:nvSpPr>
          <p:cNvPr id="2" name="Title 1">
            <a:extLst>
              <a:ext uri="{FF2B5EF4-FFF2-40B4-BE49-F238E27FC236}">
                <a16:creationId xmlns:a16="http://schemas.microsoft.com/office/drawing/2014/main" id="{D9B36C10-A9EA-414E-B3D3-09BAD9FA950D}"/>
              </a:ext>
            </a:extLst>
          </p:cNvPr>
          <p:cNvSpPr>
            <a:spLocks noGrp="1"/>
          </p:cNvSpPr>
          <p:nvPr>
            <p:ph type="title"/>
          </p:nvPr>
        </p:nvSpPr>
        <p:spPr>
          <a:xfrm>
            <a:off x="507159" y="329363"/>
            <a:ext cx="3338625" cy="1572570"/>
          </a:xfrm>
        </p:spPr>
        <p:txBody>
          <a:bodyPr rtlCol="0">
            <a:normAutofit/>
          </a:bodyPr>
          <a:lstStyle/>
          <a:p>
            <a:pPr rtl="0"/>
            <a:r>
              <a:rPr lang="en-GB" sz="4400" b="1" dirty="0">
                <a:solidFill>
                  <a:schemeClr val="tx1"/>
                </a:solidFill>
              </a:rPr>
              <a:t>Company Profile</a:t>
            </a:r>
          </a:p>
        </p:txBody>
      </p:sp>
      <p:pic>
        <p:nvPicPr>
          <p:cNvPr id="10" name="Picture 9" descr="A colorful logo on a black background&#10;&#10;Description automatically generated">
            <a:extLst>
              <a:ext uri="{FF2B5EF4-FFF2-40B4-BE49-F238E27FC236}">
                <a16:creationId xmlns:a16="http://schemas.microsoft.com/office/drawing/2014/main" id="{57F5F9E3-4F5B-3A04-533C-C27C57FCC67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068290" y="1385658"/>
            <a:ext cx="5383235" cy="3755461"/>
          </a:xfrm>
          <a:prstGeom prst="rect">
            <a:avLst/>
          </a:prstGeom>
        </p:spPr>
      </p:pic>
      <p:sp>
        <p:nvSpPr>
          <p:cNvPr id="11" name="Title 1">
            <a:extLst>
              <a:ext uri="{FF2B5EF4-FFF2-40B4-BE49-F238E27FC236}">
                <a16:creationId xmlns:a16="http://schemas.microsoft.com/office/drawing/2014/main" id="{3A392FAE-293C-5DFF-2D2D-FE880861E975}"/>
              </a:ext>
            </a:extLst>
          </p:cNvPr>
          <p:cNvSpPr txBox="1">
            <a:spLocks/>
          </p:cNvSpPr>
          <p:nvPr/>
        </p:nvSpPr>
        <p:spPr>
          <a:xfrm>
            <a:off x="433608" y="2106248"/>
            <a:ext cx="3338625" cy="157257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i="1" kern="1200" cap="all" baseline="0">
                <a:solidFill>
                  <a:schemeClr val="tx2"/>
                </a:solidFill>
                <a:latin typeface="+mj-lt"/>
                <a:ea typeface="+mj-ea"/>
                <a:cs typeface="+mj-cs"/>
              </a:defRPr>
            </a:lvl1pPr>
          </a:lstStyle>
          <a:p>
            <a:r>
              <a:rPr lang="en-GB" sz="4400" b="1" dirty="0">
                <a:solidFill>
                  <a:srgbClr val="FBC116"/>
                </a:solidFill>
              </a:rPr>
              <a:t>NEW</a:t>
            </a:r>
          </a:p>
        </p:txBody>
      </p:sp>
      <p:sp>
        <p:nvSpPr>
          <p:cNvPr id="12" name="Title 1">
            <a:extLst>
              <a:ext uri="{FF2B5EF4-FFF2-40B4-BE49-F238E27FC236}">
                <a16:creationId xmlns:a16="http://schemas.microsoft.com/office/drawing/2014/main" id="{4D7ECFC3-BFD8-E04E-1EE7-8426AFAF03A2}"/>
              </a:ext>
            </a:extLst>
          </p:cNvPr>
          <p:cNvSpPr txBox="1">
            <a:spLocks/>
          </p:cNvSpPr>
          <p:nvPr/>
        </p:nvSpPr>
        <p:spPr>
          <a:xfrm>
            <a:off x="433608" y="2995800"/>
            <a:ext cx="3338625" cy="144557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i="1" kern="1200" cap="all" baseline="0">
                <a:solidFill>
                  <a:schemeClr val="tx2"/>
                </a:solidFill>
                <a:latin typeface="+mj-lt"/>
                <a:ea typeface="+mj-ea"/>
                <a:cs typeface="+mj-cs"/>
              </a:defRPr>
            </a:lvl1pPr>
          </a:lstStyle>
          <a:p>
            <a:r>
              <a:rPr lang="en-GB" sz="4400" b="1" dirty="0">
                <a:solidFill>
                  <a:srgbClr val="E11575"/>
                </a:solidFill>
              </a:rPr>
              <a:t>VISION</a:t>
            </a:r>
          </a:p>
        </p:txBody>
      </p:sp>
      <p:sp>
        <p:nvSpPr>
          <p:cNvPr id="13" name="Title 1">
            <a:extLst>
              <a:ext uri="{FF2B5EF4-FFF2-40B4-BE49-F238E27FC236}">
                <a16:creationId xmlns:a16="http://schemas.microsoft.com/office/drawing/2014/main" id="{6A4D0312-3AF7-573E-2F20-A92CA4DB2912}"/>
              </a:ext>
            </a:extLst>
          </p:cNvPr>
          <p:cNvSpPr txBox="1">
            <a:spLocks/>
          </p:cNvSpPr>
          <p:nvPr/>
        </p:nvSpPr>
        <p:spPr>
          <a:xfrm>
            <a:off x="433608" y="3792975"/>
            <a:ext cx="3338625" cy="108382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i="1" kern="1200" cap="all" baseline="0">
                <a:solidFill>
                  <a:schemeClr val="tx2"/>
                </a:solidFill>
                <a:latin typeface="+mj-lt"/>
                <a:ea typeface="+mj-ea"/>
                <a:cs typeface="+mj-cs"/>
              </a:defRPr>
            </a:lvl1pPr>
          </a:lstStyle>
          <a:p>
            <a:r>
              <a:rPr lang="en-GB" sz="4400" b="1" dirty="0">
                <a:solidFill>
                  <a:srgbClr val="991B7B"/>
                </a:solidFill>
              </a:rPr>
              <a:t>Integral</a:t>
            </a:r>
          </a:p>
        </p:txBody>
      </p:sp>
    </p:spTree>
    <p:extLst>
      <p:ext uri="{BB962C8B-B14F-4D97-AF65-F5344CB8AC3E}">
        <p14:creationId xmlns:p14="http://schemas.microsoft.com/office/powerpoint/2010/main" val="170963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15E37-3C95-4E35-8624-CC190CC12235}"/>
              </a:ext>
            </a:extLst>
          </p:cNvPr>
          <p:cNvSpPr>
            <a:spLocks noGrp="1"/>
          </p:cNvSpPr>
          <p:nvPr>
            <p:ph type="title"/>
          </p:nvPr>
        </p:nvSpPr>
        <p:spPr>
          <a:xfrm>
            <a:off x="636035" y="557180"/>
            <a:ext cx="3761862" cy="778983"/>
          </a:xfrm>
        </p:spPr>
        <p:txBody>
          <a:bodyPr rtlCol="0"/>
          <a:lstStyle/>
          <a:p>
            <a:pPr rtl="0"/>
            <a:r>
              <a:rPr lang="en-GB" dirty="0"/>
              <a:t>CONTENTS</a:t>
            </a:r>
          </a:p>
        </p:txBody>
      </p:sp>
      <p:sp>
        <p:nvSpPr>
          <p:cNvPr id="3" name="Content Placeholder 2">
            <a:extLst>
              <a:ext uri="{FF2B5EF4-FFF2-40B4-BE49-F238E27FC236}">
                <a16:creationId xmlns:a16="http://schemas.microsoft.com/office/drawing/2014/main" id="{CF816715-277D-4042-B401-03CD007D7CDB}"/>
              </a:ext>
            </a:extLst>
          </p:cNvPr>
          <p:cNvSpPr>
            <a:spLocks noGrp="1"/>
          </p:cNvSpPr>
          <p:nvPr>
            <p:ph idx="1"/>
          </p:nvPr>
        </p:nvSpPr>
        <p:spPr>
          <a:xfrm>
            <a:off x="505830" y="1568722"/>
            <a:ext cx="3794512" cy="4829018"/>
          </a:xfrm>
        </p:spPr>
        <p:txBody>
          <a:bodyPr rtlCol="0"/>
          <a:lstStyle/>
          <a:p>
            <a:pPr rtl="0"/>
            <a:r>
              <a:rPr lang="en-GB" dirty="0"/>
              <a:t>   1. Introduction </a:t>
            </a:r>
            <a:br>
              <a:rPr lang="en-GB" dirty="0"/>
            </a:br>
            <a:r>
              <a:rPr lang="en-GB" dirty="0"/>
              <a:t>2. Our Mission </a:t>
            </a:r>
            <a:br>
              <a:rPr lang="en-GB" dirty="0"/>
            </a:br>
            <a:r>
              <a:rPr lang="en-GB" dirty="0"/>
              <a:t>3. Our Vision </a:t>
            </a:r>
            <a:br>
              <a:rPr lang="en-GB" dirty="0"/>
            </a:br>
            <a:r>
              <a:rPr lang="en-GB" dirty="0"/>
              <a:t>4. Field Of Expertise </a:t>
            </a:r>
            <a:br>
              <a:rPr lang="en-GB" dirty="0"/>
            </a:br>
            <a:r>
              <a:rPr lang="en-GB" dirty="0"/>
              <a:t>5. Electrical Works</a:t>
            </a:r>
            <a:br>
              <a:rPr lang="en-GB" dirty="0"/>
            </a:br>
            <a:r>
              <a:rPr lang="en-GB" dirty="0"/>
              <a:t>6. Mechanical Works </a:t>
            </a:r>
            <a:br>
              <a:rPr lang="en-GB" dirty="0"/>
            </a:br>
            <a:r>
              <a:rPr lang="en-GB" dirty="0"/>
              <a:t>7. Finishing Works </a:t>
            </a:r>
            <a:br>
              <a:rPr lang="en-GB" dirty="0"/>
            </a:br>
            <a:r>
              <a:rPr lang="en-GB" dirty="0"/>
              <a:t>8. Structure Works </a:t>
            </a:r>
            <a:br>
              <a:rPr lang="en-GB" dirty="0"/>
            </a:br>
            <a:r>
              <a:rPr lang="en-GB" dirty="0"/>
              <a:t>9. Safety Policy </a:t>
            </a:r>
            <a:br>
              <a:rPr lang="en-GB" dirty="0"/>
            </a:br>
            <a:r>
              <a:rPr lang="en-GB" dirty="0"/>
              <a:t>10. Our History</a:t>
            </a:r>
          </a:p>
        </p:txBody>
      </p:sp>
      <p:pic>
        <p:nvPicPr>
          <p:cNvPr id="7" name="Picture Placeholder 6" descr="View of city buildings over the water">
            <a:extLst>
              <a:ext uri="{FF2B5EF4-FFF2-40B4-BE49-F238E27FC236}">
                <a16:creationId xmlns:a16="http://schemas.microsoft.com/office/drawing/2014/main" id="{4C61771D-5836-4E5C-A19A-3F15641B879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9531096" y="0"/>
            <a:ext cx="2660904" cy="3429000"/>
          </a:xfrm>
        </p:spPr>
      </p:pic>
      <p:pic>
        <p:nvPicPr>
          <p:cNvPr id="9" name="Picture Placeholder 8" descr="Background Graphic with lights">
            <a:extLst>
              <a:ext uri="{FF2B5EF4-FFF2-40B4-BE49-F238E27FC236}">
                <a16:creationId xmlns:a16="http://schemas.microsoft.com/office/drawing/2014/main" id="{51C83C9C-B18C-4D14-8539-EBB0422AB0F9}"/>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a:ext>
            </a:extLst>
          </a:blip>
          <a:srcRect/>
          <a:stretch/>
        </p:blipFill>
        <p:spPr>
          <a:xfrm>
            <a:off x="9531096" y="3383280"/>
            <a:ext cx="2660904" cy="3474720"/>
          </a:xfrm>
        </p:spPr>
      </p:pic>
      <p:sp>
        <p:nvSpPr>
          <p:cNvPr id="37" name="Slide Number Placeholder 36">
            <a:extLst>
              <a:ext uri="{FF2B5EF4-FFF2-40B4-BE49-F238E27FC236}">
                <a16:creationId xmlns:a16="http://schemas.microsoft.com/office/drawing/2014/main" id="{D3141030-4F7D-4526-B0FC-1EA787D5BF2D}"/>
              </a:ext>
            </a:extLst>
          </p:cNvPr>
          <p:cNvSpPr>
            <a:spLocks noGrp="1"/>
          </p:cNvSpPr>
          <p:nvPr>
            <p:ph type="sldNum" sz="quarter" idx="12"/>
          </p:nvPr>
        </p:nvSpPr>
        <p:spPr>
          <a:xfrm>
            <a:off x="11602477" y="6398878"/>
            <a:ext cx="470887" cy="365125"/>
          </a:xfrm>
        </p:spPr>
        <p:txBody>
          <a:bodyPr rtlCol="0"/>
          <a:lstStyle/>
          <a:p>
            <a:pPr rtl="0"/>
            <a:fld id="{312CC964-A50B-4C29-B4E4-2C30BB34CCF3}" type="slidenum">
              <a:rPr lang="en-GB" smtClean="0"/>
              <a:pPr/>
              <a:t>2</a:t>
            </a:fld>
            <a:endParaRPr lang="en-GB" dirty="0"/>
          </a:p>
        </p:txBody>
      </p:sp>
      <p:sp>
        <p:nvSpPr>
          <p:cNvPr id="4" name="Content Placeholder 2">
            <a:extLst>
              <a:ext uri="{FF2B5EF4-FFF2-40B4-BE49-F238E27FC236}">
                <a16:creationId xmlns:a16="http://schemas.microsoft.com/office/drawing/2014/main" id="{FE6C321D-2729-110B-F346-8604B4F86B31}"/>
              </a:ext>
            </a:extLst>
          </p:cNvPr>
          <p:cNvSpPr txBox="1">
            <a:spLocks/>
          </p:cNvSpPr>
          <p:nvPr/>
        </p:nvSpPr>
        <p:spPr>
          <a:xfrm>
            <a:off x="5536011" y="1593256"/>
            <a:ext cx="3794512" cy="4829018"/>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en-GB" dirty="0"/>
              <a:t>     </a:t>
            </a:r>
            <a:r>
              <a:rPr lang="ar-AE" b="0" i="0" dirty="0">
                <a:solidFill>
                  <a:srgbClr val="3C4043"/>
                </a:solidFill>
                <a:effectLst/>
                <a:latin typeface="Roboto" panose="02000000000000000000" pitchFamily="2" charset="0"/>
              </a:rPr>
              <a:t>1. المقدمة</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2. مهمتنا</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3. رؤيتنا</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4. مجال الخبرة</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5. الأعمال الكهربائية</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6. الأعمال الميكانيكية</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7. أعمال التشطيب</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8. أعمال الهيكل</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9. سياسة السلامة</a:t>
            </a:r>
            <a:br>
              <a:rPr lang="en-GB" b="0" i="0" dirty="0">
                <a:solidFill>
                  <a:srgbClr val="3C4043"/>
                </a:solidFill>
                <a:effectLst/>
                <a:latin typeface="Roboto" panose="02000000000000000000" pitchFamily="2" charset="0"/>
              </a:rPr>
            </a:br>
            <a:r>
              <a:rPr lang="ar-AE" b="0" i="0" dirty="0">
                <a:solidFill>
                  <a:srgbClr val="3C4043"/>
                </a:solidFill>
                <a:effectLst/>
                <a:latin typeface="Roboto" panose="02000000000000000000" pitchFamily="2" charset="0"/>
              </a:rPr>
              <a:t> 10. تاريخنا</a:t>
            </a:r>
            <a:endParaRPr lang="en-GB" dirty="0"/>
          </a:p>
        </p:txBody>
      </p:sp>
      <p:sp>
        <p:nvSpPr>
          <p:cNvPr id="5" name="Title 1">
            <a:extLst>
              <a:ext uri="{FF2B5EF4-FFF2-40B4-BE49-F238E27FC236}">
                <a16:creationId xmlns:a16="http://schemas.microsoft.com/office/drawing/2014/main" id="{3B21A5AC-9B40-364C-4586-14F29BB8D3AD}"/>
              </a:ext>
            </a:extLst>
          </p:cNvPr>
          <p:cNvSpPr txBox="1">
            <a:spLocks/>
          </p:cNvSpPr>
          <p:nvPr/>
        </p:nvSpPr>
        <p:spPr>
          <a:xfrm>
            <a:off x="5335035" y="576230"/>
            <a:ext cx="3761862" cy="77898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SA" dirty="0"/>
              <a:t>المحتوى </a:t>
            </a:r>
            <a:endParaRPr lang="en-GB" dirty="0"/>
          </a:p>
        </p:txBody>
      </p:sp>
    </p:spTree>
    <p:extLst>
      <p:ext uri="{BB962C8B-B14F-4D97-AF65-F5344CB8AC3E}">
        <p14:creationId xmlns:p14="http://schemas.microsoft.com/office/powerpoint/2010/main" val="2976291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99C3-3EDC-4898-A2E4-D8ACEE6A32AA}"/>
              </a:ext>
            </a:extLst>
          </p:cNvPr>
          <p:cNvSpPr>
            <a:spLocks noGrp="1"/>
          </p:cNvSpPr>
          <p:nvPr>
            <p:ph type="title"/>
          </p:nvPr>
        </p:nvSpPr>
        <p:spPr>
          <a:xfrm>
            <a:off x="680485" y="675167"/>
            <a:ext cx="3761862" cy="601183"/>
          </a:xfrm>
        </p:spPr>
        <p:txBody>
          <a:bodyPr rtlCol="0" anchor="t">
            <a:normAutofit/>
          </a:bodyPr>
          <a:lstStyle/>
          <a:p>
            <a:pPr rtl="0"/>
            <a:r>
              <a:rPr lang="en-GB" sz="2400" b="1" dirty="0"/>
              <a:t>Introduction</a:t>
            </a:r>
          </a:p>
        </p:txBody>
      </p:sp>
      <p:sp>
        <p:nvSpPr>
          <p:cNvPr id="3" name="Content Placeholder 2">
            <a:extLst>
              <a:ext uri="{FF2B5EF4-FFF2-40B4-BE49-F238E27FC236}">
                <a16:creationId xmlns:a16="http://schemas.microsoft.com/office/drawing/2014/main" id="{AF5130D8-AD6A-4638-9059-326759848895}"/>
              </a:ext>
            </a:extLst>
          </p:cNvPr>
          <p:cNvSpPr>
            <a:spLocks noGrp="1"/>
          </p:cNvSpPr>
          <p:nvPr>
            <p:ph idx="1"/>
          </p:nvPr>
        </p:nvSpPr>
        <p:spPr>
          <a:xfrm>
            <a:off x="505830" y="1181100"/>
            <a:ext cx="3794512" cy="5130487"/>
          </a:xfrm>
        </p:spPr>
        <p:txBody>
          <a:bodyPr rtlCol="0" anchor="ctr">
            <a:normAutofit fontScale="92500"/>
          </a:bodyPr>
          <a:lstStyle/>
          <a:p>
            <a:pPr>
              <a:lnSpc>
                <a:spcPct val="90000"/>
              </a:lnSpc>
            </a:pPr>
            <a:r>
              <a:rPr lang="en-GB" sz="2000" dirty="0"/>
              <a:t>    New Vision Integral for Maintenance and Construction is a dynamic and innovative company based in Jeddah, Saudi Arabia. which was established in 2024,Specializing in providing comprehensive maintenance and construction solutions, we are committed to delivering high-quality services tailored to meet the unique needs of our clients. Our team includes highly experienced professionals with over 35 years of expertise, ensuring excellence and reliability in every project. Our strategic location in the heart of Jeddah enables us to efficiently serve a diverse range of sectors, ensuring customer satisfaction and excellence in every project we undertake.</a:t>
            </a:r>
          </a:p>
        </p:txBody>
      </p:sp>
      <p:pic>
        <p:nvPicPr>
          <p:cNvPr id="7" name="Picture Placeholder 6" descr="Aerial view of city buildings">
            <a:extLst>
              <a:ext uri="{FF2B5EF4-FFF2-40B4-BE49-F238E27FC236}">
                <a16:creationId xmlns:a16="http://schemas.microsoft.com/office/drawing/2014/main" id="{F718B2F1-208E-4A1D-9716-513B0D7093E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l="17160" r="26579" b="-1"/>
          <a:stretch/>
        </p:blipFill>
        <p:spPr>
          <a:xfrm>
            <a:off x="9531096" y="10"/>
            <a:ext cx="2660904" cy="3428990"/>
          </a:xfrm>
          <a:noFill/>
        </p:spPr>
      </p:pic>
      <p:pic>
        <p:nvPicPr>
          <p:cNvPr id="9" name="Picture Placeholder 8" descr="A picture containing blue glass buildings with reflection">
            <a:extLst>
              <a:ext uri="{FF2B5EF4-FFF2-40B4-BE49-F238E27FC236}">
                <a16:creationId xmlns:a16="http://schemas.microsoft.com/office/drawing/2014/main" id="{D8F748D4-DB82-42E3-894A-0552C0FD2AB9}"/>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a:ext>
            </a:extLst>
          </a:blip>
          <a:srcRect l="49457" r="1" b="1"/>
          <a:stretch/>
        </p:blipFill>
        <p:spPr>
          <a:xfrm>
            <a:off x="9531096" y="3383280"/>
            <a:ext cx="2660904" cy="3474720"/>
          </a:xfrm>
          <a:noFill/>
        </p:spPr>
      </p:pic>
      <p:sp>
        <p:nvSpPr>
          <p:cNvPr id="181" name="Date Placeholder 180">
            <a:extLst>
              <a:ext uri="{FF2B5EF4-FFF2-40B4-BE49-F238E27FC236}">
                <a16:creationId xmlns:a16="http://schemas.microsoft.com/office/drawing/2014/main" id="{374E17A0-656A-4A3F-B8F1-F9FF01F33E5C}"/>
              </a:ext>
            </a:extLst>
          </p:cNvPr>
          <p:cNvSpPr>
            <a:spLocks noGrp="1"/>
          </p:cNvSpPr>
          <p:nvPr>
            <p:ph type="dt" sz="half" idx="10"/>
          </p:nvPr>
        </p:nvSpPr>
        <p:spPr>
          <a:xfrm>
            <a:off x="7337102" y="6398878"/>
            <a:ext cx="4193908" cy="365125"/>
          </a:xfrm>
        </p:spPr>
        <p:txBody>
          <a:bodyPr rtlCol="0" anchor="ctr">
            <a:normAutofit/>
          </a:bodyPr>
          <a:lstStyle/>
          <a:p>
            <a:pPr rtl="0">
              <a:spcAft>
                <a:spcPts val="600"/>
              </a:spcAft>
            </a:pPr>
            <a:r>
              <a:rPr lang="en-GB"/>
              <a:t>2/7/20XX</a:t>
            </a:r>
          </a:p>
        </p:txBody>
      </p:sp>
      <p:sp>
        <p:nvSpPr>
          <p:cNvPr id="183" name="Slide Number Placeholder 182">
            <a:extLst>
              <a:ext uri="{FF2B5EF4-FFF2-40B4-BE49-F238E27FC236}">
                <a16:creationId xmlns:a16="http://schemas.microsoft.com/office/drawing/2014/main" id="{29707739-DA1E-4E29-A977-FC44841FF2DF}"/>
              </a:ext>
            </a:extLst>
          </p:cNvPr>
          <p:cNvSpPr>
            <a:spLocks noGrp="1"/>
          </p:cNvSpPr>
          <p:nvPr>
            <p:ph type="sldNum" sz="quarter" idx="12"/>
          </p:nvPr>
        </p:nvSpPr>
        <p:spPr>
          <a:xfrm>
            <a:off x="11602477" y="6398878"/>
            <a:ext cx="470887" cy="365125"/>
          </a:xfrm>
        </p:spPr>
        <p:txBody>
          <a:bodyPr rtlCol="0" anchor="ctr">
            <a:normAutofit/>
          </a:bodyPr>
          <a:lstStyle/>
          <a:p>
            <a:pPr rtl="0">
              <a:spcAft>
                <a:spcPts val="600"/>
              </a:spcAft>
            </a:pPr>
            <a:fld id="{312CC964-A50B-4C29-B4E4-2C30BB34CCF3}" type="slidenum">
              <a:rPr lang="en-GB" smtClean="0"/>
              <a:pPr rtl="0">
                <a:spcAft>
                  <a:spcPts val="600"/>
                </a:spcAft>
              </a:pPr>
              <a:t>3</a:t>
            </a:fld>
            <a:endParaRPr lang="en-GB"/>
          </a:p>
        </p:txBody>
      </p:sp>
      <p:sp>
        <p:nvSpPr>
          <p:cNvPr id="4" name="Title 1">
            <a:extLst>
              <a:ext uri="{FF2B5EF4-FFF2-40B4-BE49-F238E27FC236}">
                <a16:creationId xmlns:a16="http://schemas.microsoft.com/office/drawing/2014/main" id="{1E20FDFE-10B5-185B-1BF1-631907FDDFE2}"/>
              </a:ext>
            </a:extLst>
          </p:cNvPr>
          <p:cNvSpPr txBox="1">
            <a:spLocks/>
          </p:cNvSpPr>
          <p:nvPr/>
        </p:nvSpPr>
        <p:spPr>
          <a:xfrm>
            <a:off x="5455685" y="706917"/>
            <a:ext cx="3761862" cy="60118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SA" sz="2400" b="1" dirty="0"/>
              <a:t>المقدمة</a:t>
            </a:r>
            <a:endParaRPr lang="en-GB" sz="2400" b="1" dirty="0"/>
          </a:p>
        </p:txBody>
      </p:sp>
      <p:sp>
        <p:nvSpPr>
          <p:cNvPr id="6" name="Content Placeholder 2">
            <a:extLst>
              <a:ext uri="{FF2B5EF4-FFF2-40B4-BE49-F238E27FC236}">
                <a16:creationId xmlns:a16="http://schemas.microsoft.com/office/drawing/2014/main" id="{6E5EE199-AC49-2ED5-172E-23D08FBB1C7B}"/>
              </a:ext>
            </a:extLst>
          </p:cNvPr>
          <p:cNvSpPr txBox="1">
            <a:spLocks/>
          </p:cNvSpPr>
          <p:nvPr/>
        </p:nvSpPr>
        <p:spPr>
          <a:xfrm>
            <a:off x="5547730" y="1193800"/>
            <a:ext cx="3794512" cy="51304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lnSpc>
                <a:spcPct val="90000"/>
              </a:lnSpc>
            </a:pPr>
            <a:r>
              <a:rPr lang="en-GB" sz="2000" b="0" i="0" dirty="0">
                <a:solidFill>
                  <a:srgbClr val="3C4043"/>
                </a:solidFill>
                <a:effectLst/>
                <a:latin typeface="+mj-lt"/>
              </a:rPr>
              <a:t>    </a:t>
            </a:r>
            <a:r>
              <a:rPr lang="ar-AE" sz="2000" b="0" i="0" dirty="0">
                <a:solidFill>
                  <a:srgbClr val="3C4043"/>
                </a:solidFill>
                <a:effectLst/>
                <a:latin typeface="+mj-lt"/>
              </a:rPr>
              <a:t>شركة</a:t>
            </a:r>
            <a:r>
              <a:rPr lang="ar-SA" sz="2000" b="0" i="0" dirty="0">
                <a:solidFill>
                  <a:srgbClr val="3C4043"/>
                </a:solidFill>
                <a:effectLst/>
                <a:latin typeface="+mj-lt"/>
              </a:rPr>
              <a:t> الرؤية الجديدة التكاملية </a:t>
            </a:r>
            <a:r>
              <a:rPr lang="ar-AE" sz="2000" b="0" i="0" dirty="0">
                <a:solidFill>
                  <a:srgbClr val="3C4043"/>
                </a:solidFill>
                <a:effectLst/>
                <a:latin typeface="+mj-lt"/>
              </a:rPr>
              <a:t>للصيانة والإنشاءات هي شركة ديناميكية ومبتكرة مقرها جدة، المملكة العربية السعودية. تأسست عام 2024، متخصصة في تقديم حلول الصيانة والإنشاءات الشاملة، نحن ملتزمون بتقديم خدمات عالية الجودة مصممة لتلبية الاحتياجات الفريدة لعملائنا. يضم فريقنا محترفين ذوي خبرة عالية تزيد عن 35 عامًا، مما يضمن التميز والموثوقية في كل مشروع. يتيح لنا موقعنا الاستراتيجي في قلب جدة خدمة مجموعة متنوعة من القطاعات بكفاءة، مما يضمن رضا العملاء والتميز في كل مشروع نتعهد به.</a:t>
            </a:r>
            <a:endParaRPr lang="en-GB" sz="2000" dirty="0">
              <a:latin typeface="+mj-lt"/>
            </a:endParaRPr>
          </a:p>
        </p:txBody>
      </p:sp>
    </p:spTree>
    <p:extLst>
      <p:ext uri="{BB962C8B-B14F-4D97-AF65-F5344CB8AC3E}">
        <p14:creationId xmlns:p14="http://schemas.microsoft.com/office/powerpoint/2010/main" val="17902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D8101-4ED5-4D91-9EFA-B0E7C1EA6E26}"/>
              </a:ext>
            </a:extLst>
          </p:cNvPr>
          <p:cNvSpPr>
            <a:spLocks noGrp="1"/>
          </p:cNvSpPr>
          <p:nvPr>
            <p:ph type="title"/>
          </p:nvPr>
        </p:nvSpPr>
        <p:spPr>
          <a:xfrm>
            <a:off x="1101413" y="1888530"/>
            <a:ext cx="2762860" cy="3862755"/>
          </a:xfrm>
        </p:spPr>
        <p:txBody>
          <a:bodyPr rtlCol="0" anchor="ctr">
            <a:noAutofit/>
          </a:bodyPr>
          <a:lstStyle/>
          <a:p>
            <a:pPr rtl="0"/>
            <a:r>
              <a:rPr lang="en-GB" sz="1200" b="1" i="0" dirty="0">
                <a:solidFill>
                  <a:srgbClr val="3C4043"/>
                </a:solidFill>
                <a:effectLst/>
                <a:latin typeface="Univers Condensed Light (Body)"/>
              </a:rPr>
              <a:t>Gaining customer trust and satisfaction. Building a long-term relationship through project implementation and maintenance </a:t>
            </a:r>
            <a:r>
              <a:rPr lang="en-GB" sz="1200" b="1" i="0" dirty="0">
                <a:latin typeface="Univers Condensed Light (Body)"/>
              </a:rPr>
              <a:t>. Our focus has always been on customer satisfaction, which cannot be compromised or tolerated in any way. NVI is a source of pride and pride, and we will create opportunities to achieve what is exceptional and gain further development and success. We will remain a company under effective management informed by stable and well-established principles that preserve the honour of the profession, and constantly strive to achieve development, move forward, and achieve integrity and honesty because they are our values and morals that we adhere to in our company and cherish, and we will constantly strive to embrace the abundance of effective experiences and capabilities in society and in the enterprise community.</a:t>
            </a:r>
          </a:p>
        </p:txBody>
      </p:sp>
      <p:sp>
        <p:nvSpPr>
          <p:cNvPr id="3" name="Subtitle 2">
            <a:extLst>
              <a:ext uri="{FF2B5EF4-FFF2-40B4-BE49-F238E27FC236}">
                <a16:creationId xmlns:a16="http://schemas.microsoft.com/office/drawing/2014/main" id="{B7D98F09-AA82-4443-B901-71F5DF765C10}"/>
              </a:ext>
            </a:extLst>
          </p:cNvPr>
          <p:cNvSpPr>
            <a:spLocks noGrp="1"/>
          </p:cNvSpPr>
          <p:nvPr>
            <p:ph idx="1"/>
          </p:nvPr>
        </p:nvSpPr>
        <p:spPr>
          <a:xfrm>
            <a:off x="1080478" y="558255"/>
            <a:ext cx="1853222" cy="1165770"/>
          </a:xfrm>
        </p:spPr>
        <p:txBody>
          <a:bodyPr rtlCol="0">
            <a:normAutofit/>
          </a:bodyPr>
          <a:lstStyle/>
          <a:p>
            <a:pPr rtl="0"/>
            <a:r>
              <a:rPr lang="en-GB" b="1" dirty="0"/>
              <a:t>Our Mission</a:t>
            </a:r>
          </a:p>
        </p:txBody>
      </p:sp>
      <p:pic>
        <p:nvPicPr>
          <p:cNvPr id="12" name="Picture Placeholder 11" descr="A picture containing glass buildings with reflection">
            <a:extLst>
              <a:ext uri="{FF2B5EF4-FFF2-40B4-BE49-F238E27FC236}">
                <a16:creationId xmlns:a16="http://schemas.microsoft.com/office/drawing/2014/main" id="{90D6ECDF-A0E4-4308-967E-8BAC3E85A4B7}"/>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l="46197" r="21289" b="2"/>
          <a:stretch/>
        </p:blipFill>
        <p:spPr>
          <a:xfrm>
            <a:off x="7186070" y="10"/>
            <a:ext cx="2463897" cy="3428990"/>
          </a:xfrm>
          <a:noFill/>
        </p:spPr>
      </p:pic>
      <p:pic>
        <p:nvPicPr>
          <p:cNvPr id="10" name="Picture Placeholder 9" descr="View of city buildings over the water">
            <a:extLst>
              <a:ext uri="{FF2B5EF4-FFF2-40B4-BE49-F238E27FC236}">
                <a16:creationId xmlns:a16="http://schemas.microsoft.com/office/drawing/2014/main" id="{C2C517CC-DCFE-4E86-A4E5-F5BFD7BF69FF}"/>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4020" r="6466" b="-6"/>
          <a:stretch/>
        </p:blipFill>
        <p:spPr>
          <a:xfrm>
            <a:off x="9649155" y="10"/>
            <a:ext cx="2539797" cy="3428990"/>
          </a:xfrm>
          <a:noFill/>
        </p:spPr>
      </p:pic>
      <p:pic>
        <p:nvPicPr>
          <p:cNvPr id="8" name="Picture Placeholder 7" descr="View of city buildings over the water from a track">
            <a:extLst>
              <a:ext uri="{FF2B5EF4-FFF2-40B4-BE49-F238E27FC236}">
                <a16:creationId xmlns:a16="http://schemas.microsoft.com/office/drawing/2014/main" id="{5A5996C8-9A00-4071-B24A-D1B22DDFAD6F}"/>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a:ext>
            </a:extLst>
          </a:blip>
          <a:srcRect l="37665" r="25058"/>
          <a:stretch/>
        </p:blipFill>
        <p:spPr>
          <a:xfrm>
            <a:off x="9649155" y="3383280"/>
            <a:ext cx="2539797" cy="3474720"/>
          </a:xfrm>
          <a:noFill/>
        </p:spPr>
      </p:pic>
      <p:sp>
        <p:nvSpPr>
          <p:cNvPr id="23" name="Slide Number Placeholder 9">
            <a:extLst>
              <a:ext uri="{FF2B5EF4-FFF2-40B4-BE49-F238E27FC236}">
                <a16:creationId xmlns:a16="http://schemas.microsoft.com/office/drawing/2014/main" id="{6EEE7CE8-4F5D-C67F-AB4F-F383AC2A0174}"/>
              </a:ext>
            </a:extLst>
          </p:cNvPr>
          <p:cNvSpPr>
            <a:spLocks noGrp="1"/>
          </p:cNvSpPr>
          <p:nvPr>
            <p:ph type="sldNum" sz="quarter" idx="12"/>
          </p:nvPr>
        </p:nvSpPr>
        <p:spPr>
          <a:xfrm>
            <a:off x="11602477" y="6398878"/>
            <a:ext cx="470887" cy="365125"/>
          </a:xfrm>
        </p:spPr>
        <p:txBody>
          <a:bodyPr/>
          <a:lstStyle/>
          <a:p>
            <a:pPr rtl="0">
              <a:spcAft>
                <a:spcPts val="600"/>
              </a:spcAft>
            </a:pPr>
            <a:fld id="{312CC964-A50B-4C29-B4E4-2C30BB34CCF3}" type="slidenum">
              <a:rPr lang="en-GB" smtClean="0"/>
              <a:pPr rtl="0">
                <a:spcAft>
                  <a:spcPts val="600"/>
                </a:spcAft>
              </a:pPr>
              <a:t>4</a:t>
            </a:fld>
            <a:endParaRPr lang="en-GB"/>
          </a:p>
        </p:txBody>
      </p:sp>
      <p:sp>
        <p:nvSpPr>
          <p:cNvPr id="9" name="Title 1">
            <a:extLst>
              <a:ext uri="{FF2B5EF4-FFF2-40B4-BE49-F238E27FC236}">
                <a16:creationId xmlns:a16="http://schemas.microsoft.com/office/drawing/2014/main" id="{0E873C00-B739-1031-31CE-784A85B3DE71}"/>
              </a:ext>
            </a:extLst>
          </p:cNvPr>
          <p:cNvSpPr txBox="1">
            <a:spLocks/>
          </p:cNvSpPr>
          <p:nvPr/>
        </p:nvSpPr>
        <p:spPr>
          <a:xfrm>
            <a:off x="4014192" y="1699845"/>
            <a:ext cx="2762860" cy="38627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lnSpc>
                <a:spcPts val="2100"/>
              </a:lnSpc>
            </a:pPr>
            <a:r>
              <a:rPr lang="ar-AE" sz="1200" b="1" i="0" dirty="0">
                <a:solidFill>
                  <a:srgbClr val="3C4043"/>
                </a:solidFill>
                <a:effectLst/>
                <a:latin typeface="Roboto" panose="02000000000000000000" pitchFamily="2" charset="0"/>
              </a:rPr>
              <a:t>اكتساب ثقة العملاء ورضاهم.</a:t>
            </a:r>
            <a:r>
              <a:rPr lang="ar-SA" sz="1200" b="1" i="0" dirty="0">
                <a:solidFill>
                  <a:srgbClr val="3C4043"/>
                </a:solidFill>
                <a:latin typeface="Roboto" panose="02000000000000000000" pitchFamily="2" charset="0"/>
              </a:rPr>
              <a:t>و بناء علاقة طويلة الأمد من خلال تنفيذ المشاريع و صيانتها </a:t>
            </a:r>
            <a:r>
              <a:rPr lang="ar-AE" sz="1200" b="1" i="0" dirty="0">
                <a:solidFill>
                  <a:srgbClr val="3C4043"/>
                </a:solidFill>
                <a:effectLst/>
                <a:latin typeface="Roboto" panose="02000000000000000000" pitchFamily="2" charset="0"/>
              </a:rPr>
              <a:t> لقد كان تركيزنا دائمًا على رضا العملاء، وهو أمر لا يمكن المساومة عليه أو التسامح معه بأي شكل من الأشكال. إن إن في آي مصدر فخر واعتزاز، وسنعمل على خلق الفرص لتحقيق ما هو استثنائي وتحقيق المزيد من التطور والنجاح. سنظل شركة تحت إدارة فعّالة مستنيرة بمبادئ مستقرة وراسخة تحفظ شرف المهنة، وتسعى باستمرار لتحقيق التطور والمضي قدمًا وتحقيق النزاهة والصدق لأنها قيمنا وأخلاقنا التي نتمسك بها في شركتنا ونعتز بها، وسنسعى باستمرار لاحتضان وفرة الخبرات والقدرات الفعّالة في المجتمع وفي مجتمع المؤسسات.</a:t>
            </a:r>
          </a:p>
          <a:p>
            <a:br>
              <a:rPr lang="ar-AE" sz="1200" b="1" i="0" dirty="0">
                <a:solidFill>
                  <a:srgbClr val="5F6368"/>
                </a:solidFill>
                <a:effectLst/>
                <a:latin typeface="Roboto" panose="02000000000000000000" pitchFamily="2" charset="0"/>
              </a:rPr>
            </a:br>
            <a:endParaRPr lang="en-GB" sz="1200" b="1" i="0" dirty="0">
              <a:latin typeface="Univers Condensed Light (Body)"/>
            </a:endParaRPr>
          </a:p>
        </p:txBody>
      </p:sp>
      <p:sp>
        <p:nvSpPr>
          <p:cNvPr id="11" name="Subtitle 2">
            <a:extLst>
              <a:ext uri="{FF2B5EF4-FFF2-40B4-BE49-F238E27FC236}">
                <a16:creationId xmlns:a16="http://schemas.microsoft.com/office/drawing/2014/main" id="{777CD884-C95C-F579-F219-73227454818B}"/>
              </a:ext>
            </a:extLst>
          </p:cNvPr>
          <p:cNvSpPr txBox="1">
            <a:spLocks/>
          </p:cNvSpPr>
          <p:nvPr/>
        </p:nvSpPr>
        <p:spPr>
          <a:xfrm>
            <a:off x="4788878" y="570955"/>
            <a:ext cx="1853222" cy="116577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SA" b="1" dirty="0"/>
              <a:t>مهمتنا</a:t>
            </a:r>
            <a:r>
              <a:rPr lang="ar-SA" dirty="0"/>
              <a:t> </a:t>
            </a:r>
            <a:endParaRPr lang="en-GB" dirty="0"/>
          </a:p>
        </p:txBody>
      </p:sp>
      <p:pic>
        <p:nvPicPr>
          <p:cNvPr id="4" name="Picture Placeholder 3">
            <a:extLst>
              <a:ext uri="{FF2B5EF4-FFF2-40B4-BE49-F238E27FC236}">
                <a16:creationId xmlns:a16="http://schemas.microsoft.com/office/drawing/2014/main" id="{D73291D3-7366-9426-8614-8A61FF299959}"/>
              </a:ext>
            </a:extLst>
          </p:cNvPr>
          <p:cNvPicPr>
            <a:picLocks noGrp="1"/>
          </p:cNvPicPr>
          <p:nvPr>
            <p:ph type="pic" sz="quarter" idx="16"/>
          </p:nvPr>
        </p:nvPicPr>
        <p:blipFill>
          <a:blip r:embed="rId5"/>
          <a:srcRect l="672" r="672"/>
          <a:stretch>
            <a:fillRect/>
          </a:stretch>
        </p:blipFill>
        <p:spPr>
          <a:xfrm>
            <a:off x="7186613" y="3382963"/>
            <a:ext cx="2463800" cy="3475037"/>
          </a:xfrm>
          <a:prstGeom prst="rect">
            <a:avLst/>
          </a:prstGeom>
        </p:spPr>
      </p:pic>
    </p:spTree>
    <p:extLst>
      <p:ext uri="{BB962C8B-B14F-4D97-AF65-F5344CB8AC3E}">
        <p14:creationId xmlns:p14="http://schemas.microsoft.com/office/powerpoint/2010/main" val="3871568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1744E-FE9E-B718-8F4A-C10FD2714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2F987-9051-41EC-8E8B-44E609FFB19C}"/>
              </a:ext>
            </a:extLst>
          </p:cNvPr>
          <p:cNvSpPr>
            <a:spLocks noGrp="1"/>
          </p:cNvSpPr>
          <p:nvPr>
            <p:ph type="title"/>
          </p:nvPr>
        </p:nvSpPr>
        <p:spPr>
          <a:xfrm>
            <a:off x="1080479" y="1547445"/>
            <a:ext cx="2762860" cy="3862755"/>
          </a:xfrm>
        </p:spPr>
        <p:txBody>
          <a:bodyPr rtlCol="0" anchor="ctr">
            <a:normAutofit fontScale="90000"/>
          </a:bodyPr>
          <a:lstStyle/>
          <a:p>
            <a:pPr rtl="0"/>
            <a:r>
              <a:rPr lang="en-GB" sz="1200" b="1" i="0" dirty="0">
                <a:latin typeface="Univers Condensed Light (Body)"/>
              </a:rPr>
              <a:t>Our mission is to become a leading building firm from creative design solutions and maintenance  to execution delivery that resolve our clients; social, environmental and economic needs</a:t>
            </a:r>
            <a:br>
              <a:rPr lang="ar-SA" sz="1200" b="1" i="0" dirty="0">
                <a:latin typeface="Univers Condensed Light (Body)"/>
              </a:rPr>
            </a:br>
            <a:br>
              <a:rPr lang="ar-SA" sz="1200" b="1" i="0" dirty="0">
                <a:latin typeface="Univers Condensed Light (Body)"/>
              </a:rPr>
            </a:br>
            <a:r>
              <a:rPr lang="en-GB" sz="1200" b="1" i="0" dirty="0">
                <a:latin typeface="Univers Condensed Light (Body)"/>
              </a:rPr>
              <a:t>We don’t  just want to build things, we are </a:t>
            </a:r>
            <a:br>
              <a:rPr lang="en-GB" sz="1200" b="1" i="0" dirty="0">
                <a:latin typeface="Univers Condensed Light (Body)"/>
              </a:rPr>
            </a:br>
            <a:r>
              <a:rPr lang="en-GB" sz="1200" b="1" i="0" dirty="0">
                <a:latin typeface="Univers Condensed Light (Body)"/>
              </a:rPr>
              <a:t>committed  to enhancing people’s lives </a:t>
            </a:r>
            <a:br>
              <a:rPr lang="en-GB" sz="1200" b="1" i="0" dirty="0">
                <a:latin typeface="Univers Condensed Light (Body)"/>
              </a:rPr>
            </a:br>
            <a:r>
              <a:rPr lang="en-GB" sz="1200" b="1" i="0" dirty="0">
                <a:latin typeface="Univers Condensed Light (Body)"/>
              </a:rPr>
              <a:t>through the built  environment. We work </a:t>
            </a:r>
            <a:br>
              <a:rPr lang="en-GB" sz="1200" b="1" i="0" dirty="0">
                <a:latin typeface="Univers Condensed Light (Body)"/>
              </a:rPr>
            </a:br>
            <a:r>
              <a:rPr lang="en-GB" sz="1200" b="1" i="0" dirty="0">
                <a:latin typeface="Univers Condensed Light (Body)"/>
              </a:rPr>
              <a:t>closely on informing our  clients about </a:t>
            </a:r>
            <a:br>
              <a:rPr lang="en-GB" sz="1200" b="1" i="0" dirty="0">
                <a:latin typeface="Univers Condensed Light (Body)"/>
              </a:rPr>
            </a:br>
            <a:r>
              <a:rPr lang="en-GB" sz="1200" b="1" i="0" dirty="0">
                <a:latin typeface="Univers Condensed Light (Body)"/>
              </a:rPr>
              <a:t>long-term savings of doing job  properly </a:t>
            </a:r>
            <a:br>
              <a:rPr lang="en-GB" sz="1200" b="1" i="0" dirty="0">
                <a:latin typeface="Univers Condensed Light (Body)"/>
              </a:rPr>
            </a:br>
            <a:r>
              <a:rPr lang="en-GB" sz="1200" b="1" i="0" dirty="0">
                <a:latin typeface="Univers Condensed Light (Body)"/>
              </a:rPr>
              <a:t>the first time with preventive </a:t>
            </a:r>
            <a:r>
              <a:rPr lang="en-GB" sz="1200" b="1" i="0" dirty="0" err="1">
                <a:latin typeface="Univers Condensed Light (Body)"/>
              </a:rPr>
              <a:t>mainte</a:t>
            </a:r>
            <a:r>
              <a:rPr lang="en-GB" sz="1200" b="1" i="0" dirty="0">
                <a:latin typeface="Univers Condensed Light (Body)"/>
              </a:rPr>
              <a:t>-  </a:t>
            </a:r>
            <a:br>
              <a:rPr lang="en-GB" sz="1200" b="1" i="0" dirty="0">
                <a:latin typeface="Univers Condensed Light (Body)"/>
              </a:rPr>
            </a:br>
            <a:r>
              <a:rPr lang="en-GB" sz="1200" b="1" i="0" dirty="0">
                <a:latin typeface="Univers Condensed Light (Body)"/>
              </a:rPr>
              <a:t>nance planned from the beginning. This re-  </a:t>
            </a:r>
            <a:br>
              <a:rPr lang="en-GB" sz="1200" b="1" i="0" dirty="0">
                <a:latin typeface="Univers Condensed Light (Body)"/>
              </a:rPr>
            </a:br>
            <a:r>
              <a:rPr lang="en-GB" sz="1200" b="1" i="0" dirty="0">
                <a:latin typeface="Univers Condensed Light (Body)"/>
              </a:rPr>
              <a:t>quires accurate engineering, detail orient</a:t>
            </a:r>
            <a:br>
              <a:rPr lang="en-GB" sz="1200" b="1" i="0" dirty="0">
                <a:latin typeface="Univers Condensed Light (Body)"/>
              </a:rPr>
            </a:br>
            <a:r>
              <a:rPr lang="en-GB" sz="1200" b="1" i="0" dirty="0">
                <a:latin typeface="Univers Condensed Light (Body)"/>
              </a:rPr>
              <a:t>ed  project management, and timely </a:t>
            </a:r>
            <a:br>
              <a:rPr lang="en-GB" sz="1200" b="1" i="0" dirty="0">
                <a:latin typeface="Univers Condensed Light (Body)"/>
              </a:rPr>
            </a:br>
            <a:r>
              <a:rPr lang="en-GB" sz="1200" b="1" i="0" dirty="0">
                <a:latin typeface="Univers Condensed Light (Body)"/>
              </a:rPr>
              <a:t>inter-</a:t>
            </a:r>
            <a:r>
              <a:rPr lang="en-GB" sz="1200" b="1" i="0" dirty="0" err="1">
                <a:latin typeface="Univers Condensed Light (Body)"/>
              </a:rPr>
              <a:t>commu</a:t>
            </a:r>
            <a:r>
              <a:rPr lang="en-GB" sz="1200" b="1" i="0" dirty="0">
                <a:latin typeface="Univers Condensed Light (Body)"/>
              </a:rPr>
              <a:t>-  </a:t>
            </a:r>
            <a:r>
              <a:rPr lang="en-GB" sz="1200" b="1" i="0" dirty="0" err="1">
                <a:latin typeface="Univers Condensed Light (Body)"/>
              </a:rPr>
              <a:t>nication</a:t>
            </a:r>
            <a:r>
              <a:rPr lang="en-GB" sz="1200" b="1" i="0" dirty="0">
                <a:latin typeface="Univers Condensed Light (Body)"/>
              </a:rPr>
              <a:t>, that is how we </a:t>
            </a:r>
            <a:br>
              <a:rPr lang="en-GB" sz="1200" b="1" i="0" dirty="0">
                <a:latin typeface="Univers Condensed Light (Body)"/>
              </a:rPr>
            </a:br>
            <a:r>
              <a:rPr lang="en-GB" sz="1200" b="1" i="0" dirty="0">
                <a:latin typeface="Univers Condensed Light (Body)"/>
              </a:rPr>
              <a:t>provide “ Worry-Free  Construction.</a:t>
            </a:r>
          </a:p>
        </p:txBody>
      </p:sp>
      <p:sp>
        <p:nvSpPr>
          <p:cNvPr id="3" name="Subtitle 2">
            <a:extLst>
              <a:ext uri="{FF2B5EF4-FFF2-40B4-BE49-F238E27FC236}">
                <a16:creationId xmlns:a16="http://schemas.microsoft.com/office/drawing/2014/main" id="{CC30188C-DB3E-EC8F-C7FE-4C2AAF574CD4}"/>
              </a:ext>
            </a:extLst>
          </p:cNvPr>
          <p:cNvSpPr>
            <a:spLocks noGrp="1"/>
          </p:cNvSpPr>
          <p:nvPr>
            <p:ph idx="1"/>
          </p:nvPr>
        </p:nvSpPr>
        <p:spPr>
          <a:xfrm>
            <a:off x="1080478" y="558255"/>
            <a:ext cx="1853222" cy="1165770"/>
          </a:xfrm>
        </p:spPr>
        <p:txBody>
          <a:bodyPr rtlCol="0">
            <a:normAutofit/>
          </a:bodyPr>
          <a:lstStyle/>
          <a:p>
            <a:pPr rtl="0"/>
            <a:r>
              <a:rPr lang="en-GB" b="1" dirty="0"/>
              <a:t>Our Vision</a:t>
            </a:r>
          </a:p>
        </p:txBody>
      </p:sp>
      <p:pic>
        <p:nvPicPr>
          <p:cNvPr id="12" name="Picture Placeholder 11" descr="A picture containing glass buildings with reflection">
            <a:extLst>
              <a:ext uri="{FF2B5EF4-FFF2-40B4-BE49-F238E27FC236}">
                <a16:creationId xmlns:a16="http://schemas.microsoft.com/office/drawing/2014/main" id="{38AEFFF6-1444-236A-75AF-2FA1827E54E6}"/>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l="46197" r="21289" b="2"/>
          <a:stretch/>
        </p:blipFill>
        <p:spPr>
          <a:xfrm>
            <a:off x="7186070" y="10"/>
            <a:ext cx="2463897" cy="3428990"/>
          </a:xfrm>
          <a:noFill/>
        </p:spPr>
      </p:pic>
      <p:pic>
        <p:nvPicPr>
          <p:cNvPr id="10" name="Picture Placeholder 9" descr="View of city buildings over the water">
            <a:extLst>
              <a:ext uri="{FF2B5EF4-FFF2-40B4-BE49-F238E27FC236}">
                <a16:creationId xmlns:a16="http://schemas.microsoft.com/office/drawing/2014/main" id="{442F46D6-DDB3-8D9C-7853-6682919FD97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4020" r="6466" b="-6"/>
          <a:stretch/>
        </p:blipFill>
        <p:spPr>
          <a:xfrm>
            <a:off x="9649155" y="10"/>
            <a:ext cx="2539797" cy="3428990"/>
          </a:xfrm>
          <a:noFill/>
        </p:spPr>
      </p:pic>
      <p:pic>
        <p:nvPicPr>
          <p:cNvPr id="8" name="Picture Placeholder 7" descr="View of city buildings over the water from a track">
            <a:extLst>
              <a:ext uri="{FF2B5EF4-FFF2-40B4-BE49-F238E27FC236}">
                <a16:creationId xmlns:a16="http://schemas.microsoft.com/office/drawing/2014/main" id="{3A230A3E-E8C7-ED7B-1984-9BFF050FBCE6}"/>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a:ext>
            </a:extLst>
          </a:blip>
          <a:srcRect l="37665" r="25058"/>
          <a:stretch/>
        </p:blipFill>
        <p:spPr>
          <a:xfrm>
            <a:off x="9649155" y="3383280"/>
            <a:ext cx="2539797" cy="3474720"/>
          </a:xfrm>
          <a:noFill/>
        </p:spPr>
      </p:pic>
      <p:sp>
        <p:nvSpPr>
          <p:cNvPr id="23" name="Slide Number Placeholder 9">
            <a:extLst>
              <a:ext uri="{FF2B5EF4-FFF2-40B4-BE49-F238E27FC236}">
                <a16:creationId xmlns:a16="http://schemas.microsoft.com/office/drawing/2014/main" id="{CD8373A0-B56F-87F0-AD38-85FB697037CE}"/>
              </a:ext>
            </a:extLst>
          </p:cNvPr>
          <p:cNvSpPr>
            <a:spLocks noGrp="1"/>
          </p:cNvSpPr>
          <p:nvPr>
            <p:ph type="sldNum" sz="quarter" idx="12"/>
          </p:nvPr>
        </p:nvSpPr>
        <p:spPr>
          <a:xfrm>
            <a:off x="11602477" y="6398878"/>
            <a:ext cx="470887" cy="365125"/>
          </a:xfrm>
        </p:spPr>
        <p:txBody>
          <a:bodyPr/>
          <a:lstStyle/>
          <a:p>
            <a:pPr rtl="0">
              <a:spcAft>
                <a:spcPts val="600"/>
              </a:spcAft>
            </a:pPr>
            <a:fld id="{312CC964-A50B-4C29-B4E4-2C30BB34CCF3}" type="slidenum">
              <a:rPr lang="en-GB" smtClean="0"/>
              <a:pPr rtl="0">
                <a:spcAft>
                  <a:spcPts val="600"/>
                </a:spcAft>
              </a:pPr>
              <a:t>5</a:t>
            </a:fld>
            <a:endParaRPr lang="en-GB"/>
          </a:p>
        </p:txBody>
      </p:sp>
      <p:sp>
        <p:nvSpPr>
          <p:cNvPr id="9" name="Title 1">
            <a:extLst>
              <a:ext uri="{FF2B5EF4-FFF2-40B4-BE49-F238E27FC236}">
                <a16:creationId xmlns:a16="http://schemas.microsoft.com/office/drawing/2014/main" id="{2B4742D3-E86C-F9BB-1CBE-80866CEBA66D}"/>
              </a:ext>
            </a:extLst>
          </p:cNvPr>
          <p:cNvSpPr txBox="1">
            <a:spLocks/>
          </p:cNvSpPr>
          <p:nvPr/>
        </p:nvSpPr>
        <p:spPr>
          <a:xfrm>
            <a:off x="4015355" y="1513205"/>
            <a:ext cx="2762860" cy="3740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lnSpc>
                <a:spcPts val="2100"/>
              </a:lnSpc>
            </a:pPr>
            <a:r>
              <a:rPr lang="ar-AE" sz="1200" b="1" i="0" dirty="0">
                <a:solidFill>
                  <a:srgbClr val="3C4043"/>
                </a:solidFill>
                <a:effectLst/>
                <a:latin typeface="Univers Condensed Light (Body)"/>
              </a:rPr>
              <a:t>مهمتنا هي أن نصبح شركة بناء رائدة من حلول التصميم الإبداعي إلى التنفيذ والتسليم </a:t>
            </a:r>
            <a:r>
              <a:rPr lang="ar-SA" sz="1200" b="1" i="0" dirty="0">
                <a:solidFill>
                  <a:srgbClr val="3C4043"/>
                </a:solidFill>
                <a:latin typeface="Univers Condensed Light (Body)"/>
              </a:rPr>
              <a:t>و الصيانة </a:t>
            </a:r>
            <a:r>
              <a:rPr lang="ar-AE" sz="1200" b="1" i="0" dirty="0">
                <a:solidFill>
                  <a:srgbClr val="3C4043"/>
                </a:solidFill>
                <a:effectLst/>
                <a:latin typeface="Univers Condensed Light (Body)"/>
              </a:rPr>
              <a:t>التي تحل احتياجات عملائنا الاجتماعية والبيئية والاقتصادية</a:t>
            </a:r>
            <a:br>
              <a:rPr lang="en-GB" sz="1200" b="1" i="0" dirty="0">
                <a:solidFill>
                  <a:srgbClr val="3C4043"/>
                </a:solidFill>
                <a:effectLst/>
                <a:latin typeface="Univers Condensed Light (Body)"/>
              </a:rPr>
            </a:br>
            <a:r>
              <a:rPr lang="ar-SA" sz="1200" b="1" i="0" dirty="0">
                <a:solidFill>
                  <a:srgbClr val="3C4043"/>
                </a:solidFill>
                <a:effectLst/>
                <a:latin typeface="Univers Condensed Light (Body)"/>
              </a:rPr>
              <a:t>ن</a:t>
            </a:r>
            <a:r>
              <a:rPr lang="ar-AE" sz="1200" b="1" i="0" dirty="0">
                <a:solidFill>
                  <a:srgbClr val="3C4043"/>
                </a:solidFill>
                <a:effectLst/>
                <a:latin typeface="Univers Condensed Light (Body)"/>
              </a:rPr>
              <a:t>حن لا نريد فقط بناء الأشياء، بل نحن ملتزمون بتحسين حياة الناس من خلال البيئة المبنية. نحن نعمل عن كثب على إعلام عملائنا بالمدخرات طويلة الأجل من خلال القيام بالعمل بشكل صحيح من المرة الأولى مع الصيانة الوقائية المخطط لها منذ البداية. وهذا يتطلب هندسة دقيقة وإدارة مشروع موجهة نحو التفاصيل والتواصل في الوقت المناسب، وهذه هي الطريقة التي نقدم بها "بناءً خاليًا من القلق".</a:t>
            </a:r>
            <a:endParaRPr lang="en-GB" sz="1200" b="1" i="0" dirty="0">
              <a:latin typeface="Univers Condensed Light (Body)"/>
            </a:endParaRPr>
          </a:p>
        </p:txBody>
      </p:sp>
      <p:sp>
        <p:nvSpPr>
          <p:cNvPr id="11" name="Subtitle 2">
            <a:extLst>
              <a:ext uri="{FF2B5EF4-FFF2-40B4-BE49-F238E27FC236}">
                <a16:creationId xmlns:a16="http://schemas.microsoft.com/office/drawing/2014/main" id="{6628BFF0-D3A8-DB1E-8828-4345B1A40972}"/>
              </a:ext>
            </a:extLst>
          </p:cNvPr>
          <p:cNvSpPr txBox="1">
            <a:spLocks/>
          </p:cNvSpPr>
          <p:nvPr/>
        </p:nvSpPr>
        <p:spPr>
          <a:xfrm>
            <a:off x="4788878" y="570955"/>
            <a:ext cx="1853222" cy="116577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AE" b="1" i="0" dirty="0">
                <a:solidFill>
                  <a:srgbClr val="3C4043"/>
                </a:solidFill>
                <a:effectLst/>
                <a:latin typeface="Roboto" panose="02000000000000000000" pitchFamily="2" charset="0"/>
              </a:rPr>
              <a:t>رؤيتنا</a:t>
            </a:r>
            <a:r>
              <a:rPr lang="ar-SA" dirty="0"/>
              <a:t> </a:t>
            </a:r>
            <a:endParaRPr lang="en-GB" dirty="0"/>
          </a:p>
        </p:txBody>
      </p:sp>
      <p:pic>
        <p:nvPicPr>
          <p:cNvPr id="4" name="Picture Placeholder 3">
            <a:extLst>
              <a:ext uri="{FF2B5EF4-FFF2-40B4-BE49-F238E27FC236}">
                <a16:creationId xmlns:a16="http://schemas.microsoft.com/office/drawing/2014/main" id="{D73291D3-7366-9426-8614-8A61FF299959}"/>
              </a:ext>
            </a:extLst>
          </p:cNvPr>
          <p:cNvPicPr>
            <a:picLocks noGrp="1"/>
          </p:cNvPicPr>
          <p:nvPr>
            <p:ph type="pic" sz="quarter" idx="16"/>
          </p:nvPr>
        </p:nvPicPr>
        <p:blipFill>
          <a:blip r:embed="rId5"/>
          <a:srcRect l="672" r="672"/>
          <a:stretch>
            <a:fillRect/>
          </a:stretch>
        </p:blipFill>
        <p:spPr>
          <a:xfrm>
            <a:off x="7186613" y="3382963"/>
            <a:ext cx="2463800" cy="3475037"/>
          </a:xfrm>
          <a:prstGeom prst="rect">
            <a:avLst/>
          </a:prstGeom>
        </p:spPr>
      </p:pic>
    </p:spTree>
    <p:extLst>
      <p:ext uri="{BB962C8B-B14F-4D97-AF65-F5344CB8AC3E}">
        <p14:creationId xmlns:p14="http://schemas.microsoft.com/office/powerpoint/2010/main" val="1824058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92E3050-E862-251D-5852-D4F7E57AC0C9}"/>
              </a:ext>
            </a:extLst>
          </p:cNvPr>
          <p:cNvSpPr>
            <a:spLocks noGrp="1"/>
          </p:cNvSpPr>
          <p:nvPr>
            <p:ph type="title"/>
          </p:nvPr>
        </p:nvSpPr>
        <p:spPr>
          <a:xfrm>
            <a:off x="4720709" y="844769"/>
            <a:ext cx="3381891" cy="1382233"/>
          </a:xfrm>
        </p:spPr>
        <p:txBody>
          <a:bodyPr/>
          <a:lstStyle/>
          <a:p>
            <a:r>
              <a:rPr lang="en-GB" b="1" dirty="0"/>
              <a:t>Field Of Expertise</a:t>
            </a:r>
            <a:endParaRPr lang="en-US" b="1" dirty="0"/>
          </a:p>
        </p:txBody>
      </p:sp>
      <p:pic>
        <p:nvPicPr>
          <p:cNvPr id="12" name="Picture 11" descr="Sunset silhouette of scaffolding in construction site">
            <a:extLst>
              <a:ext uri="{FF2B5EF4-FFF2-40B4-BE49-F238E27FC236}">
                <a16:creationId xmlns:a16="http://schemas.microsoft.com/office/drawing/2014/main" id="{5FE4D70F-D040-0D45-9EC7-6419A0F494AC}"/>
              </a:ext>
            </a:extLst>
          </p:cNvPr>
          <p:cNvPicPr>
            <a:picLocks noChangeAspect="1"/>
          </p:cNvPicPr>
          <p:nvPr/>
        </p:nvPicPr>
        <p:blipFill>
          <a:blip r:embed="rId2"/>
          <a:srcRect l="27717" r="23863"/>
          <a:stretch/>
        </p:blipFill>
        <p:spPr>
          <a:xfrm>
            <a:off x="20" y="-7444"/>
            <a:ext cx="4966427" cy="6846394"/>
          </a:xfrm>
          <a:custGeom>
            <a:avLst/>
            <a:gdLst>
              <a:gd name="connsiteX0" fmla="*/ 0 w 4966447"/>
              <a:gd name="connsiteY0" fmla="*/ 0 h 6846394"/>
              <a:gd name="connsiteX1" fmla="*/ 4966447 w 4966447"/>
              <a:gd name="connsiteY1" fmla="*/ 0 h 6846394"/>
              <a:gd name="connsiteX2" fmla="*/ 3362258 w 4966447"/>
              <a:gd name="connsiteY2" fmla="*/ 6846394 h 6846394"/>
              <a:gd name="connsiteX3" fmla="*/ 0 w 4966447"/>
              <a:gd name="connsiteY3" fmla="*/ 6846394 h 6846394"/>
            </a:gdLst>
            <a:ahLst/>
            <a:cxnLst>
              <a:cxn ang="0">
                <a:pos x="connsiteX0" y="connsiteY0"/>
              </a:cxn>
              <a:cxn ang="0">
                <a:pos x="connsiteX1" y="connsiteY1"/>
              </a:cxn>
              <a:cxn ang="0">
                <a:pos x="connsiteX2" y="connsiteY2"/>
              </a:cxn>
              <a:cxn ang="0">
                <a:pos x="connsiteX3" y="connsiteY3"/>
              </a:cxn>
            </a:cxnLst>
            <a:rect l="l" t="t" r="r" b="b"/>
            <a:pathLst>
              <a:path w="4966447" h="6846394">
                <a:moveTo>
                  <a:pt x="0" y="0"/>
                </a:moveTo>
                <a:lnTo>
                  <a:pt x="4966447" y="0"/>
                </a:lnTo>
                <a:lnTo>
                  <a:pt x="3362258" y="6846394"/>
                </a:lnTo>
                <a:lnTo>
                  <a:pt x="0" y="6846394"/>
                </a:lnTo>
                <a:close/>
              </a:path>
            </a:pathLst>
          </a:custGeom>
          <a:noFill/>
        </p:spPr>
      </p:pic>
      <p:sp>
        <p:nvSpPr>
          <p:cNvPr id="4" name="Footer Placeholder 3">
            <a:extLst>
              <a:ext uri="{FF2B5EF4-FFF2-40B4-BE49-F238E27FC236}">
                <a16:creationId xmlns:a16="http://schemas.microsoft.com/office/drawing/2014/main" id="{33C11666-043D-013E-E3B3-F9FEDDB01AB9}"/>
              </a:ext>
            </a:extLst>
          </p:cNvPr>
          <p:cNvSpPr>
            <a:spLocks noGrp="1"/>
          </p:cNvSpPr>
          <p:nvPr>
            <p:ph type="ftr" sz="quarter" idx="11"/>
          </p:nvPr>
        </p:nvSpPr>
        <p:spPr>
          <a:xfrm>
            <a:off x="154429" y="6398878"/>
            <a:ext cx="4497315" cy="365125"/>
          </a:xfrm>
        </p:spPr>
        <p:txBody>
          <a:bodyPr anchor="ctr">
            <a:normAutofit/>
          </a:bodyPr>
          <a:lstStyle/>
          <a:p>
            <a:pPr rtl="0">
              <a:spcAft>
                <a:spcPts val="600"/>
              </a:spcAft>
            </a:pPr>
            <a:r>
              <a:rPr lang="en-GB"/>
              <a:t>Sample Footer Text</a:t>
            </a:r>
          </a:p>
        </p:txBody>
      </p:sp>
      <p:sp>
        <p:nvSpPr>
          <p:cNvPr id="3" name="Content Placeholder 2">
            <a:extLst>
              <a:ext uri="{FF2B5EF4-FFF2-40B4-BE49-F238E27FC236}">
                <a16:creationId xmlns:a16="http://schemas.microsoft.com/office/drawing/2014/main" id="{6086F6A2-FD94-6186-F8C4-03A8F1C9BD36}"/>
              </a:ext>
            </a:extLst>
          </p:cNvPr>
          <p:cNvSpPr>
            <a:spLocks noGrp="1"/>
          </p:cNvSpPr>
          <p:nvPr>
            <p:ph idx="1"/>
          </p:nvPr>
        </p:nvSpPr>
        <p:spPr>
          <a:xfrm>
            <a:off x="4391912" y="2301615"/>
            <a:ext cx="3892550" cy="3924000"/>
          </a:xfrm>
        </p:spPr>
        <p:txBody>
          <a:bodyPr>
            <a:normAutofit fontScale="92500" lnSpcReduction="10000"/>
          </a:bodyPr>
          <a:lstStyle/>
          <a:p>
            <a:pPr marL="457200" indent="-457200">
              <a:buFont typeface="+mj-lt"/>
              <a:buAutoNum type="arabicPeriod"/>
            </a:pPr>
            <a:r>
              <a:rPr lang="en-GB" dirty="0"/>
              <a:t>Engineering Works &amp; Planning Works</a:t>
            </a:r>
            <a:endParaRPr lang="ar-SA" dirty="0"/>
          </a:p>
          <a:p>
            <a:pPr marL="457200" indent="-457200">
              <a:buFont typeface="+mj-lt"/>
              <a:buAutoNum type="arabicPeriod"/>
            </a:pPr>
            <a:r>
              <a:rPr lang="en-GB" dirty="0"/>
              <a:t>Fit-out and interior design</a:t>
            </a:r>
          </a:p>
          <a:p>
            <a:pPr marL="457200" indent="-457200">
              <a:buFont typeface="+mj-lt"/>
              <a:buAutoNum type="arabicPeriod"/>
            </a:pPr>
            <a:r>
              <a:rPr lang="en-GB" dirty="0"/>
              <a:t>Structure Works</a:t>
            </a:r>
            <a:endParaRPr lang="ar-SA" dirty="0"/>
          </a:p>
          <a:p>
            <a:pPr marL="457200" indent="-457200">
              <a:buFont typeface="+mj-lt"/>
              <a:buAutoNum type="arabicPeriod"/>
            </a:pPr>
            <a:r>
              <a:rPr lang="en-GB" dirty="0"/>
              <a:t>Electrical Works </a:t>
            </a:r>
          </a:p>
          <a:p>
            <a:pPr marL="457200" indent="-457200">
              <a:buFont typeface="+mj-lt"/>
              <a:buAutoNum type="arabicPeriod"/>
            </a:pPr>
            <a:r>
              <a:rPr lang="en-GB" dirty="0"/>
              <a:t> Low Current Work</a:t>
            </a:r>
            <a:endParaRPr lang="ar-SA" dirty="0"/>
          </a:p>
          <a:p>
            <a:pPr marL="457200" indent="-457200">
              <a:buFont typeface="+mj-lt"/>
              <a:buAutoNum type="arabicPeriod"/>
            </a:pPr>
            <a:r>
              <a:rPr lang="en-GB" dirty="0"/>
              <a:t>Mechanical Works</a:t>
            </a:r>
            <a:endParaRPr lang="ar-SA" dirty="0"/>
          </a:p>
          <a:p>
            <a:pPr marL="457200" indent="-457200">
              <a:buFont typeface="+mj-lt"/>
              <a:buAutoNum type="arabicPeriod"/>
            </a:pPr>
            <a:r>
              <a:rPr lang="en-GB" dirty="0"/>
              <a:t>Plumbing Works</a:t>
            </a:r>
            <a:endParaRPr lang="ar-SA" dirty="0"/>
          </a:p>
          <a:p>
            <a:pPr marL="457200" indent="-457200">
              <a:buFont typeface="+mj-lt"/>
              <a:buAutoNum type="arabicPeriod"/>
            </a:pPr>
            <a:r>
              <a:rPr lang="en-GB" dirty="0"/>
              <a:t>Maintain facilities </a:t>
            </a:r>
          </a:p>
        </p:txBody>
      </p:sp>
      <p:sp>
        <p:nvSpPr>
          <p:cNvPr id="9" name="Date Placeholder 8">
            <a:extLst>
              <a:ext uri="{FF2B5EF4-FFF2-40B4-BE49-F238E27FC236}">
                <a16:creationId xmlns:a16="http://schemas.microsoft.com/office/drawing/2014/main" id="{EE585B4C-5A36-4C10-1BD0-24BF6B274DE3}"/>
              </a:ext>
            </a:extLst>
          </p:cNvPr>
          <p:cNvSpPr>
            <a:spLocks noGrp="1"/>
          </p:cNvSpPr>
          <p:nvPr>
            <p:ph type="dt" sz="half" idx="10"/>
          </p:nvPr>
        </p:nvSpPr>
        <p:spPr>
          <a:xfrm>
            <a:off x="7337102" y="6398878"/>
            <a:ext cx="4193908" cy="365125"/>
          </a:xfrm>
        </p:spPr>
        <p:txBody>
          <a:bodyPr anchor="ctr">
            <a:normAutofit/>
          </a:bodyPr>
          <a:lstStyle/>
          <a:p>
            <a:pPr rtl="0">
              <a:spcAft>
                <a:spcPts val="600"/>
              </a:spcAft>
            </a:pPr>
            <a:r>
              <a:rPr lang="en-GB"/>
              <a:t>2/7/20XX</a:t>
            </a:r>
          </a:p>
        </p:txBody>
      </p:sp>
      <p:sp>
        <p:nvSpPr>
          <p:cNvPr id="10" name="Slide Number Placeholder 9">
            <a:extLst>
              <a:ext uri="{FF2B5EF4-FFF2-40B4-BE49-F238E27FC236}">
                <a16:creationId xmlns:a16="http://schemas.microsoft.com/office/drawing/2014/main" id="{AFE302E1-DF91-C5F7-A459-4CE6578DF7CD}"/>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6</a:t>
            </a:fld>
            <a:endParaRPr lang="en-GB"/>
          </a:p>
        </p:txBody>
      </p:sp>
      <p:sp>
        <p:nvSpPr>
          <p:cNvPr id="11" name="Title 1">
            <a:extLst>
              <a:ext uri="{FF2B5EF4-FFF2-40B4-BE49-F238E27FC236}">
                <a16:creationId xmlns:a16="http://schemas.microsoft.com/office/drawing/2014/main" id="{6F20CDFE-474E-A3D6-0AA7-F183B6B7F19F}"/>
              </a:ext>
            </a:extLst>
          </p:cNvPr>
          <p:cNvSpPr txBox="1">
            <a:spLocks/>
          </p:cNvSpPr>
          <p:nvPr/>
        </p:nvSpPr>
        <p:spPr>
          <a:xfrm>
            <a:off x="8664059" y="838419"/>
            <a:ext cx="3381891" cy="13822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SA" b="1" dirty="0"/>
              <a:t>مجال الخبرة</a:t>
            </a:r>
            <a:endParaRPr lang="en-US" b="1" dirty="0"/>
          </a:p>
        </p:txBody>
      </p:sp>
      <p:sp>
        <p:nvSpPr>
          <p:cNvPr id="13" name="Content Placeholder 2">
            <a:extLst>
              <a:ext uri="{FF2B5EF4-FFF2-40B4-BE49-F238E27FC236}">
                <a16:creationId xmlns:a16="http://schemas.microsoft.com/office/drawing/2014/main" id="{40DF7664-FAF6-AD41-92A3-00D065916369}"/>
              </a:ext>
            </a:extLst>
          </p:cNvPr>
          <p:cNvSpPr txBox="1">
            <a:spLocks/>
          </p:cNvSpPr>
          <p:nvPr/>
        </p:nvSpPr>
        <p:spPr>
          <a:xfrm>
            <a:off x="8151112" y="2307965"/>
            <a:ext cx="3892550" cy="402265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r" rtl="1">
              <a:buFont typeface="+mj-lt"/>
              <a:buAutoNum type="arabicPeriod"/>
            </a:pPr>
            <a:r>
              <a:rPr lang="ar-AE" b="0" i="0" dirty="0">
                <a:solidFill>
                  <a:srgbClr val="3C4043"/>
                </a:solidFill>
                <a:effectLst/>
                <a:latin typeface="Roboto" panose="02000000000000000000" pitchFamily="2" charset="0"/>
              </a:rPr>
              <a:t>أعمال الهندسة وأعمال التخطيط</a:t>
            </a:r>
            <a:endParaRPr lang="en-GB" b="0" i="0" dirty="0">
              <a:solidFill>
                <a:srgbClr val="3C4043"/>
              </a:solidFill>
              <a:effectLst/>
              <a:latin typeface="Roboto" panose="02000000000000000000" pitchFamily="2" charset="0"/>
            </a:endParaRPr>
          </a:p>
          <a:p>
            <a:pPr marL="457200" indent="-457200" algn="r" rtl="1">
              <a:buFont typeface="+mj-lt"/>
              <a:buAutoNum type="arabicPeriod"/>
            </a:pPr>
            <a:r>
              <a:rPr lang="ar-SA" b="0" i="0" dirty="0">
                <a:solidFill>
                  <a:srgbClr val="3C4043"/>
                </a:solidFill>
                <a:effectLst/>
                <a:latin typeface="Roboto" panose="02000000000000000000" pitchFamily="2" charset="0"/>
              </a:rPr>
              <a:t>تجهيز المواقع و التصميم الداخلي</a:t>
            </a:r>
          </a:p>
          <a:p>
            <a:pPr marL="457200" indent="-457200" algn="r" rtl="1">
              <a:buFont typeface="+mj-lt"/>
              <a:buAutoNum type="arabicPeriod"/>
            </a:pPr>
            <a:r>
              <a:rPr lang="ar-AE" b="0" i="0" dirty="0">
                <a:solidFill>
                  <a:srgbClr val="3C4043"/>
                </a:solidFill>
                <a:effectLst/>
                <a:latin typeface="Roboto" panose="02000000000000000000" pitchFamily="2" charset="0"/>
              </a:rPr>
              <a:t> أعمال </a:t>
            </a:r>
            <a:r>
              <a:rPr lang="ar-SA" b="0" i="0" dirty="0">
                <a:solidFill>
                  <a:srgbClr val="3C4043"/>
                </a:solidFill>
                <a:effectLst/>
                <a:latin typeface="Roboto" panose="02000000000000000000" pitchFamily="2" charset="0"/>
              </a:rPr>
              <a:t>البناء</a:t>
            </a:r>
          </a:p>
          <a:p>
            <a:pPr marL="457200" indent="-457200" algn="r" rtl="1">
              <a:buFont typeface="+mj-lt"/>
              <a:buAutoNum type="arabicPeriod"/>
            </a:pPr>
            <a:r>
              <a:rPr lang="ar-AE" b="0" i="0" dirty="0">
                <a:solidFill>
                  <a:srgbClr val="3C4043"/>
                </a:solidFill>
                <a:effectLst/>
                <a:latin typeface="Roboto" panose="02000000000000000000" pitchFamily="2" charset="0"/>
              </a:rPr>
              <a:t>الأعمال الكهربائية </a:t>
            </a:r>
            <a:endParaRPr lang="en-GB" b="0" i="0" dirty="0">
              <a:solidFill>
                <a:srgbClr val="3C4043"/>
              </a:solidFill>
              <a:effectLst/>
              <a:latin typeface="Roboto" panose="02000000000000000000" pitchFamily="2" charset="0"/>
            </a:endParaRPr>
          </a:p>
          <a:p>
            <a:pPr marL="457200" indent="-457200" algn="r" rtl="1">
              <a:buFont typeface="+mj-lt"/>
              <a:buAutoNum type="arabicPeriod"/>
            </a:pPr>
            <a:r>
              <a:rPr lang="ar-AE" b="0" i="0" dirty="0">
                <a:solidFill>
                  <a:srgbClr val="3C4043"/>
                </a:solidFill>
                <a:effectLst/>
                <a:latin typeface="Roboto" panose="02000000000000000000" pitchFamily="2" charset="0"/>
              </a:rPr>
              <a:t>أعمال التيار المنخفض</a:t>
            </a:r>
            <a:endParaRPr lang="ar-SA" b="0" i="0" dirty="0">
              <a:solidFill>
                <a:srgbClr val="3C4043"/>
              </a:solidFill>
              <a:effectLst/>
              <a:latin typeface="Roboto" panose="02000000000000000000" pitchFamily="2" charset="0"/>
            </a:endParaRPr>
          </a:p>
          <a:p>
            <a:pPr marL="457200" indent="-457200" algn="r" rtl="1">
              <a:buFont typeface="+mj-lt"/>
              <a:buAutoNum type="arabicPeriod"/>
            </a:pPr>
            <a:r>
              <a:rPr lang="ar-AE" b="0" i="0" dirty="0">
                <a:solidFill>
                  <a:srgbClr val="3C4043"/>
                </a:solidFill>
                <a:effectLst/>
                <a:latin typeface="Roboto" panose="02000000000000000000" pitchFamily="2" charset="0"/>
              </a:rPr>
              <a:t>الأعمال الميكانيكية</a:t>
            </a:r>
            <a:endParaRPr lang="ar-SA" b="0" i="0" dirty="0">
              <a:solidFill>
                <a:srgbClr val="3C4043"/>
              </a:solidFill>
              <a:effectLst/>
              <a:latin typeface="Roboto" panose="02000000000000000000" pitchFamily="2" charset="0"/>
            </a:endParaRPr>
          </a:p>
          <a:p>
            <a:pPr marL="457200" indent="-457200" algn="r" rtl="1">
              <a:buFont typeface="+mj-lt"/>
              <a:buAutoNum type="arabicPeriod"/>
            </a:pPr>
            <a:r>
              <a:rPr lang="ar-AE" b="0" i="0" dirty="0">
                <a:solidFill>
                  <a:srgbClr val="3C4043"/>
                </a:solidFill>
                <a:effectLst/>
                <a:latin typeface="Roboto" panose="02000000000000000000" pitchFamily="2" charset="0"/>
              </a:rPr>
              <a:t>أعمال السباكة</a:t>
            </a:r>
            <a:endParaRPr lang="ar-SA" b="0" i="0" dirty="0">
              <a:solidFill>
                <a:srgbClr val="3C4043"/>
              </a:solidFill>
              <a:effectLst/>
              <a:latin typeface="Roboto" panose="02000000000000000000" pitchFamily="2" charset="0"/>
            </a:endParaRPr>
          </a:p>
          <a:p>
            <a:pPr marL="457200" indent="-457200" algn="r" rtl="1">
              <a:buFont typeface="+mj-lt"/>
              <a:buAutoNum type="arabicPeriod"/>
            </a:pPr>
            <a:r>
              <a:rPr lang="ar-AE" b="0" i="0" dirty="0">
                <a:solidFill>
                  <a:srgbClr val="3C4043"/>
                </a:solidFill>
                <a:effectLst/>
                <a:latin typeface="Roboto" panose="02000000000000000000" pitchFamily="2" charset="0"/>
              </a:rPr>
              <a:t>صيانة المرافق</a:t>
            </a:r>
            <a:endParaRPr lang="en-GB" dirty="0"/>
          </a:p>
        </p:txBody>
      </p:sp>
    </p:spTree>
    <p:extLst>
      <p:ext uri="{BB962C8B-B14F-4D97-AF65-F5344CB8AC3E}">
        <p14:creationId xmlns:p14="http://schemas.microsoft.com/office/powerpoint/2010/main" val="3494956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F106B-21A9-2891-6AE2-4B8B0E313F35}"/>
              </a:ext>
            </a:extLst>
          </p:cNvPr>
          <p:cNvSpPr>
            <a:spLocks noGrp="1"/>
          </p:cNvSpPr>
          <p:nvPr>
            <p:ph type="title"/>
          </p:nvPr>
        </p:nvSpPr>
        <p:spPr>
          <a:xfrm>
            <a:off x="680485" y="675167"/>
            <a:ext cx="3761862" cy="950433"/>
          </a:xfrm>
        </p:spPr>
        <p:txBody>
          <a:bodyPr anchor="t">
            <a:noAutofit/>
          </a:bodyPr>
          <a:lstStyle/>
          <a:p>
            <a:r>
              <a:rPr lang="en-GB" sz="2400" b="1" dirty="0"/>
              <a:t>Engineering Works &amp; Planning Works</a:t>
            </a:r>
            <a:br>
              <a:rPr lang="ar-SA" sz="2400" b="1" dirty="0"/>
            </a:br>
            <a:endParaRPr lang="en-GB" sz="2400" b="1" dirty="0"/>
          </a:p>
        </p:txBody>
      </p:sp>
      <p:sp>
        <p:nvSpPr>
          <p:cNvPr id="5" name="Content Placeholder 4">
            <a:extLst>
              <a:ext uri="{FF2B5EF4-FFF2-40B4-BE49-F238E27FC236}">
                <a16:creationId xmlns:a16="http://schemas.microsoft.com/office/drawing/2014/main" id="{A31FD50E-98F5-D8EF-0C40-3B8D63239CC5}"/>
              </a:ext>
            </a:extLst>
          </p:cNvPr>
          <p:cNvSpPr>
            <a:spLocks noGrp="1"/>
          </p:cNvSpPr>
          <p:nvPr>
            <p:ph idx="1"/>
          </p:nvPr>
        </p:nvSpPr>
        <p:spPr>
          <a:xfrm>
            <a:off x="741474" y="1539853"/>
            <a:ext cx="3794512" cy="5041587"/>
          </a:xfrm>
        </p:spPr>
        <p:txBody>
          <a:bodyPr anchor="ctr">
            <a:normAutofit/>
          </a:bodyPr>
          <a:lstStyle/>
          <a:p>
            <a:pPr rtl="0">
              <a:lnSpc>
                <a:spcPct val="90000"/>
              </a:lnSpc>
              <a:buFont typeface="+mj-lt"/>
              <a:buAutoNum type="arabicPeriod"/>
            </a:pPr>
            <a:r>
              <a:rPr lang="en-GB" sz="1400" b="0" i="0" dirty="0">
                <a:effectLst/>
              </a:rPr>
              <a:t>Project definition and characteristics.</a:t>
            </a:r>
          </a:p>
          <a:p>
            <a:pPr rtl="0">
              <a:lnSpc>
                <a:spcPct val="90000"/>
              </a:lnSpc>
              <a:buFont typeface="+mj-lt"/>
              <a:buAutoNum type="arabicPeriod"/>
            </a:pPr>
            <a:r>
              <a:rPr lang="en-GB" sz="1400" b="0" i="0" dirty="0">
                <a:effectLst/>
              </a:rPr>
              <a:t>Project phases and their management.</a:t>
            </a:r>
          </a:p>
          <a:p>
            <a:pPr rtl="0">
              <a:lnSpc>
                <a:spcPct val="90000"/>
              </a:lnSpc>
              <a:buFont typeface="+mj-lt"/>
              <a:buAutoNum type="arabicPeriod"/>
            </a:pPr>
            <a:r>
              <a:rPr lang="en-GB" sz="1400" b="0" i="0" dirty="0">
                <a:effectLst/>
              </a:rPr>
              <a:t>Relationship between entities, portfolio management, programs, projects, and operations.</a:t>
            </a:r>
          </a:p>
          <a:p>
            <a:pPr rtl="0">
              <a:lnSpc>
                <a:spcPct val="90000"/>
              </a:lnSpc>
              <a:buFont typeface="+mj-lt"/>
              <a:buAutoNum type="arabicPeriod"/>
            </a:pPr>
            <a:r>
              <a:rPr lang="en-GB" sz="1400" b="0" i="0" dirty="0">
                <a:effectLst/>
              </a:rPr>
              <a:t>Business performance and strategic planning.</a:t>
            </a:r>
          </a:p>
          <a:p>
            <a:pPr rtl="0">
              <a:lnSpc>
                <a:spcPct val="90000"/>
              </a:lnSpc>
              <a:buFont typeface="+mj-lt"/>
              <a:buAutoNum type="arabicPeriod"/>
            </a:pPr>
            <a:r>
              <a:rPr lang="en-GB" sz="1400" b="0" i="0" dirty="0">
                <a:effectLst/>
              </a:rPr>
              <a:t>Feasibility study and project evaluation.</a:t>
            </a:r>
          </a:p>
          <a:p>
            <a:pPr rtl="0">
              <a:lnSpc>
                <a:spcPct val="90000"/>
              </a:lnSpc>
              <a:buFont typeface="+mj-lt"/>
              <a:buAutoNum type="arabicPeriod"/>
            </a:pPr>
            <a:r>
              <a:rPr lang="en-GB" sz="1400" b="0" i="0" dirty="0">
                <a:effectLst/>
              </a:rPr>
              <a:t>Differentiating between commercial and governmental profitability standards.</a:t>
            </a:r>
          </a:p>
          <a:p>
            <a:pPr rtl="0">
              <a:lnSpc>
                <a:spcPct val="90000"/>
              </a:lnSpc>
              <a:buFont typeface="+mj-lt"/>
              <a:buAutoNum type="arabicPeriod"/>
            </a:pPr>
            <a:r>
              <a:rPr lang="en-GB" sz="1400" b="0" i="0" dirty="0">
                <a:effectLst/>
              </a:rPr>
              <a:t>Project selection and project charter.</a:t>
            </a:r>
          </a:p>
          <a:p>
            <a:pPr rtl="0">
              <a:lnSpc>
                <a:spcPct val="90000"/>
              </a:lnSpc>
              <a:buFont typeface="+mj-lt"/>
              <a:buAutoNum type="arabicPeriod"/>
            </a:pPr>
            <a:r>
              <a:rPr lang="en-GB" sz="1400" b="0" i="0" dirty="0">
                <a:effectLst/>
              </a:rPr>
              <a:t>Scope of work planning and general schedule.</a:t>
            </a:r>
          </a:p>
          <a:p>
            <a:pPr rtl="0">
              <a:lnSpc>
                <a:spcPct val="90000"/>
              </a:lnSpc>
              <a:buFont typeface="+mj-lt"/>
              <a:buAutoNum type="arabicPeriod"/>
            </a:pPr>
            <a:r>
              <a:rPr lang="en-GB" sz="1400" b="0" i="0" dirty="0">
                <a:effectLst/>
              </a:rPr>
              <a:t>Cost, quality, and human resources planning.</a:t>
            </a:r>
          </a:p>
          <a:p>
            <a:pPr rtl="0">
              <a:lnSpc>
                <a:spcPct val="90000"/>
              </a:lnSpc>
              <a:buFont typeface="+mj-lt"/>
              <a:buAutoNum type="arabicPeriod"/>
            </a:pPr>
            <a:r>
              <a:rPr lang="en-GB" sz="1400" b="0" i="0" dirty="0">
                <a:effectLst/>
              </a:rPr>
              <a:t>Communication planning, risk, and opportunity management.</a:t>
            </a:r>
          </a:p>
          <a:p>
            <a:pPr rtl="0">
              <a:lnSpc>
                <a:spcPct val="90000"/>
              </a:lnSpc>
              <a:buFont typeface="+mj-lt"/>
              <a:buAutoNum type="arabicPeriod"/>
            </a:pPr>
            <a:r>
              <a:rPr lang="en-GB" sz="1400" b="0" i="0" dirty="0">
                <a:effectLst/>
              </a:rPr>
              <a:t>Needs and supplies planning.</a:t>
            </a:r>
          </a:p>
          <a:p>
            <a:pPr rtl="0">
              <a:lnSpc>
                <a:spcPct val="90000"/>
              </a:lnSpc>
              <a:buFont typeface="+mj-lt"/>
              <a:buAutoNum type="arabicPeriod"/>
            </a:pPr>
            <a:r>
              <a:rPr lang="en-GB" sz="1400" b="0" i="0" dirty="0">
                <a:effectLst/>
              </a:rPr>
              <a:t>Organization and execution phase.</a:t>
            </a:r>
          </a:p>
          <a:p>
            <a:pPr rtl="0">
              <a:lnSpc>
                <a:spcPct val="90000"/>
              </a:lnSpc>
              <a:buFont typeface="+mj-lt"/>
              <a:buAutoNum type="arabicPeriod"/>
            </a:pPr>
            <a:r>
              <a:rPr lang="en-GB" sz="1400" b="0" i="0" dirty="0">
                <a:effectLst/>
              </a:rPr>
              <a:t>Analysis methods and change requests.</a:t>
            </a:r>
          </a:p>
          <a:p>
            <a:pPr rtl="0">
              <a:lnSpc>
                <a:spcPct val="90000"/>
              </a:lnSpc>
              <a:buFont typeface="+mj-lt"/>
              <a:buAutoNum type="arabicPeriod"/>
            </a:pPr>
            <a:r>
              <a:rPr lang="en-GB" sz="1400" b="0" i="0" dirty="0">
                <a:effectLst/>
              </a:rPr>
              <a:t>Closure and project delivery.</a:t>
            </a:r>
          </a:p>
          <a:p>
            <a:pPr>
              <a:lnSpc>
                <a:spcPct val="90000"/>
              </a:lnSpc>
            </a:pPr>
            <a:endParaRPr lang="en-GB" sz="1400" dirty="0"/>
          </a:p>
        </p:txBody>
      </p:sp>
      <p:sp>
        <p:nvSpPr>
          <p:cNvPr id="7" name="Slide Number Placeholder 6">
            <a:extLst>
              <a:ext uri="{FF2B5EF4-FFF2-40B4-BE49-F238E27FC236}">
                <a16:creationId xmlns:a16="http://schemas.microsoft.com/office/drawing/2014/main" id="{4E2F352C-693F-C3D7-634C-49EB2E9A197C}"/>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7</a:t>
            </a:fld>
            <a:endParaRPr lang="en-GB"/>
          </a:p>
        </p:txBody>
      </p:sp>
      <p:sp>
        <p:nvSpPr>
          <p:cNvPr id="9" name="Title 1">
            <a:extLst>
              <a:ext uri="{FF2B5EF4-FFF2-40B4-BE49-F238E27FC236}">
                <a16:creationId xmlns:a16="http://schemas.microsoft.com/office/drawing/2014/main" id="{C7419123-A6DC-4C1B-5CF1-FCC7AD76947B}"/>
              </a:ext>
            </a:extLst>
          </p:cNvPr>
          <p:cNvSpPr txBox="1">
            <a:spLocks/>
          </p:cNvSpPr>
          <p:nvPr/>
        </p:nvSpPr>
        <p:spPr>
          <a:xfrm>
            <a:off x="5366785" y="706917"/>
            <a:ext cx="3761862" cy="95043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AE" sz="2400" b="1" dirty="0"/>
              <a:t>أعمال الهندسة وأعمال التخطيط</a:t>
            </a:r>
            <a:br>
              <a:rPr lang="ar-SA" sz="2400" b="1" dirty="0"/>
            </a:br>
            <a:endParaRPr lang="en-GB" sz="2400" b="1" dirty="0"/>
          </a:p>
        </p:txBody>
      </p:sp>
      <p:sp>
        <p:nvSpPr>
          <p:cNvPr id="10" name="Content Placeholder 4">
            <a:extLst>
              <a:ext uri="{FF2B5EF4-FFF2-40B4-BE49-F238E27FC236}">
                <a16:creationId xmlns:a16="http://schemas.microsoft.com/office/drawing/2014/main" id="{B995FB24-A623-B80D-CF5A-7B8D2624F5D6}"/>
              </a:ext>
            </a:extLst>
          </p:cNvPr>
          <p:cNvSpPr txBox="1">
            <a:spLocks/>
          </p:cNvSpPr>
          <p:nvPr/>
        </p:nvSpPr>
        <p:spPr>
          <a:xfrm>
            <a:off x="5366785" y="1191636"/>
            <a:ext cx="3794512" cy="50415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lnSpc>
                <a:spcPct val="90000"/>
              </a:lnSpc>
              <a:buFont typeface="+mj-lt"/>
              <a:buAutoNum type="arabicPeriod"/>
            </a:pPr>
            <a:r>
              <a:rPr lang="ar-AE" sz="1400" b="0" i="0" dirty="0">
                <a:solidFill>
                  <a:srgbClr val="3C4043"/>
                </a:solidFill>
                <a:effectLst/>
                <a:latin typeface="Roboto" panose="02000000000000000000" pitchFamily="2" charset="0"/>
              </a:rPr>
              <a:t>تعريف المشروع وخصائصه.</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 مراحل المشروع وإدارتها. </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العلاقة بين الكيانات وإدارة المحفظة والبرامج والمشاريع والعمليات.</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 أداء الأعمال والتخطيط الاستراتيجي.</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 دراسة الجدوى وتقييم المشروع.</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 التمييز بين معايير الربحية التجارية والحكومية. </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اختيار المشروع وميثاق المشروع.</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 تخطيط نطاق العمل والجدول العام. </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تخطيط التكلفة والجودة والموارد البشرية. </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تخطيط الاتصالات وإدارة المخاطر والفرص. </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تخطيط الاحتياجات والإمدادات. </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مرحلة التنظيم والتنفيذ. </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طرق التحليل وطلبات التغيير.</a:t>
            </a:r>
            <a:endParaRPr lang="en-GB" sz="1400" b="0" i="0" dirty="0">
              <a:solidFill>
                <a:srgbClr val="3C4043"/>
              </a:solidFill>
              <a:effectLst/>
              <a:latin typeface="Roboto" panose="02000000000000000000" pitchFamily="2" charset="0"/>
            </a:endParaRPr>
          </a:p>
          <a:p>
            <a:pPr algn="r" rtl="1">
              <a:lnSpc>
                <a:spcPct val="90000"/>
              </a:lnSpc>
              <a:buFont typeface="+mj-lt"/>
              <a:buAutoNum type="arabicPeriod"/>
            </a:pPr>
            <a:r>
              <a:rPr lang="ar-AE" sz="1400" b="0" i="0" dirty="0">
                <a:solidFill>
                  <a:srgbClr val="3C4043"/>
                </a:solidFill>
                <a:effectLst/>
                <a:latin typeface="Roboto" panose="02000000000000000000" pitchFamily="2" charset="0"/>
              </a:rPr>
              <a:t> إغلاق وتسليم المشروع.</a:t>
            </a:r>
            <a:endParaRPr lang="en-GB" sz="1400" dirty="0"/>
          </a:p>
        </p:txBody>
      </p:sp>
      <p:pic>
        <p:nvPicPr>
          <p:cNvPr id="14" name="Picture Placeholder 13">
            <a:extLst>
              <a:ext uri="{FF2B5EF4-FFF2-40B4-BE49-F238E27FC236}">
                <a16:creationId xmlns:a16="http://schemas.microsoft.com/office/drawing/2014/main" id="{603E9B14-3D1B-AC39-81F8-B37D62C04A43}"/>
              </a:ext>
            </a:extLst>
          </p:cNvPr>
          <p:cNvPicPr>
            <a:picLocks noGrp="1"/>
          </p:cNvPicPr>
          <p:nvPr>
            <p:ph type="pic" sz="quarter" idx="14"/>
          </p:nvPr>
        </p:nvPicPr>
        <p:blipFill>
          <a:blip r:embed="rId2"/>
          <a:srcRect l="741" r="741"/>
          <a:stretch>
            <a:fillRect/>
          </a:stretch>
        </p:blipFill>
        <p:spPr>
          <a:xfrm>
            <a:off x="9531350" y="3382963"/>
            <a:ext cx="2660650" cy="3475037"/>
          </a:xfrm>
          <a:prstGeom prst="rect">
            <a:avLst/>
          </a:prstGeom>
        </p:spPr>
      </p:pic>
      <p:pic>
        <p:nvPicPr>
          <p:cNvPr id="15" name="Picture 14">
            <a:extLst>
              <a:ext uri="{FF2B5EF4-FFF2-40B4-BE49-F238E27FC236}">
                <a16:creationId xmlns:a16="http://schemas.microsoft.com/office/drawing/2014/main" id="{96B666FB-63BF-CD98-190F-91464040D1C9}"/>
              </a:ext>
            </a:extLst>
          </p:cNvPr>
          <p:cNvPicPr>
            <a:picLocks/>
          </p:cNvPicPr>
          <p:nvPr/>
        </p:nvPicPr>
        <p:blipFill>
          <a:blip r:embed="rId3"/>
          <a:stretch>
            <a:fillRect/>
          </a:stretch>
        </p:blipFill>
        <p:spPr>
          <a:xfrm>
            <a:off x="9531096" y="10"/>
            <a:ext cx="2660904" cy="3428990"/>
          </a:xfrm>
          <a:prstGeom prst="rect">
            <a:avLst/>
          </a:prstGeom>
        </p:spPr>
      </p:pic>
    </p:spTree>
    <p:extLst>
      <p:ext uri="{BB962C8B-B14F-4D97-AF65-F5344CB8AC3E}">
        <p14:creationId xmlns:p14="http://schemas.microsoft.com/office/powerpoint/2010/main" val="349113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A296F-C08C-37F8-3432-E7CD6CC67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5BB0E-E4DE-4461-53A4-370F1B15FF7C}"/>
              </a:ext>
            </a:extLst>
          </p:cNvPr>
          <p:cNvSpPr>
            <a:spLocks noGrp="1"/>
          </p:cNvSpPr>
          <p:nvPr>
            <p:ph type="title"/>
          </p:nvPr>
        </p:nvSpPr>
        <p:spPr>
          <a:xfrm>
            <a:off x="680485" y="675167"/>
            <a:ext cx="3761862" cy="950433"/>
          </a:xfrm>
        </p:spPr>
        <p:txBody>
          <a:bodyPr anchor="t">
            <a:normAutofit/>
          </a:bodyPr>
          <a:lstStyle/>
          <a:p>
            <a:r>
              <a:rPr lang="en-GB" sz="2400" b="1" dirty="0"/>
              <a:t>Fit-out and interior design</a:t>
            </a:r>
          </a:p>
        </p:txBody>
      </p:sp>
      <p:sp>
        <p:nvSpPr>
          <p:cNvPr id="5" name="Content Placeholder 4">
            <a:extLst>
              <a:ext uri="{FF2B5EF4-FFF2-40B4-BE49-F238E27FC236}">
                <a16:creationId xmlns:a16="http://schemas.microsoft.com/office/drawing/2014/main" id="{3E37F950-7703-837F-B3F8-1D0E716F4A4E}"/>
              </a:ext>
            </a:extLst>
          </p:cNvPr>
          <p:cNvSpPr>
            <a:spLocks noGrp="1"/>
          </p:cNvSpPr>
          <p:nvPr>
            <p:ph idx="1"/>
          </p:nvPr>
        </p:nvSpPr>
        <p:spPr>
          <a:xfrm>
            <a:off x="680485" y="1473200"/>
            <a:ext cx="3794512" cy="4619290"/>
          </a:xfrm>
        </p:spPr>
        <p:txBody>
          <a:bodyPr anchor="ctr">
            <a:normAutofit/>
          </a:bodyPr>
          <a:lstStyle/>
          <a:p>
            <a:pPr rtl="0">
              <a:lnSpc>
                <a:spcPct val="90000"/>
              </a:lnSpc>
              <a:buFont typeface="+mj-lt"/>
              <a:buAutoNum type="arabicPeriod"/>
            </a:pPr>
            <a:r>
              <a:rPr lang="en-GB" sz="2000" dirty="0"/>
              <a:t>Landscaping works </a:t>
            </a:r>
          </a:p>
          <a:p>
            <a:pPr rtl="0">
              <a:lnSpc>
                <a:spcPct val="90000"/>
              </a:lnSpc>
              <a:buFont typeface="+mj-lt"/>
              <a:buAutoNum type="arabicPeriod"/>
            </a:pPr>
            <a:r>
              <a:rPr lang="en-GB" sz="2000" dirty="0"/>
              <a:t>Tile works </a:t>
            </a:r>
          </a:p>
          <a:p>
            <a:pPr rtl="0">
              <a:lnSpc>
                <a:spcPct val="90000"/>
              </a:lnSpc>
              <a:buFont typeface="+mj-lt"/>
              <a:buAutoNum type="arabicPeriod"/>
            </a:pPr>
            <a:r>
              <a:rPr lang="en-GB" sz="2000" dirty="0"/>
              <a:t>Woodworking </a:t>
            </a:r>
          </a:p>
          <a:p>
            <a:pPr rtl="0">
              <a:lnSpc>
                <a:spcPct val="90000"/>
              </a:lnSpc>
              <a:buFont typeface="+mj-lt"/>
              <a:buAutoNum type="arabicPeriod"/>
            </a:pPr>
            <a:r>
              <a:rPr lang="en-GB" sz="2000" dirty="0"/>
              <a:t>Glass works </a:t>
            </a:r>
          </a:p>
          <a:p>
            <a:pPr rtl="0">
              <a:lnSpc>
                <a:spcPct val="90000"/>
              </a:lnSpc>
              <a:buFont typeface="+mj-lt"/>
              <a:buAutoNum type="arabicPeriod"/>
            </a:pPr>
            <a:r>
              <a:rPr lang="en-GB" sz="2000" dirty="0"/>
              <a:t>Painting works </a:t>
            </a:r>
          </a:p>
          <a:p>
            <a:pPr rtl="0">
              <a:lnSpc>
                <a:spcPct val="90000"/>
              </a:lnSpc>
              <a:buFont typeface="+mj-lt"/>
              <a:buAutoNum type="arabicPeriod"/>
            </a:pPr>
            <a:r>
              <a:rPr lang="en-GB" sz="2000" dirty="0"/>
              <a:t>Gypsum Works</a:t>
            </a:r>
            <a:endParaRPr lang="ar-SA" sz="2000" dirty="0"/>
          </a:p>
          <a:p>
            <a:pPr rtl="0">
              <a:lnSpc>
                <a:spcPct val="90000"/>
              </a:lnSpc>
              <a:buFont typeface="+mj-lt"/>
              <a:buAutoNum type="arabicPeriod"/>
            </a:pPr>
            <a:r>
              <a:rPr lang="en-GB" sz="1600" b="0" i="0" dirty="0">
                <a:solidFill>
                  <a:srgbClr val="3C4043"/>
                </a:solidFill>
                <a:effectLst/>
                <a:latin typeface="Roboto" panose="02000000000000000000" pitchFamily="2" charset="0"/>
              </a:rPr>
              <a:t>Aluminium and metal structures works</a:t>
            </a:r>
            <a:endParaRPr lang="en-GB" sz="2000" dirty="0"/>
          </a:p>
        </p:txBody>
      </p:sp>
      <p:pic>
        <p:nvPicPr>
          <p:cNvPr id="14" name="Picture Placeholder 13">
            <a:extLst>
              <a:ext uri="{FF2B5EF4-FFF2-40B4-BE49-F238E27FC236}">
                <a16:creationId xmlns:a16="http://schemas.microsoft.com/office/drawing/2014/main" id="{C706FA99-AC5A-D797-FD53-4F92BB396623}"/>
              </a:ext>
            </a:extLst>
          </p:cNvPr>
          <p:cNvPicPr>
            <a:picLocks noGrp="1" noChangeAspect="1"/>
          </p:cNvPicPr>
          <p:nvPr>
            <p:ph type="pic" sz="quarter" idx="14"/>
          </p:nvPr>
        </p:nvPicPr>
        <p:blipFill>
          <a:blip r:embed="rId2"/>
          <a:srcRect l="24443" r="24443"/>
          <a:stretch>
            <a:fillRect/>
          </a:stretch>
        </p:blipFill>
        <p:spPr>
          <a:xfrm>
            <a:off x="9531350" y="3382963"/>
            <a:ext cx="2660650" cy="3475037"/>
          </a:xfrm>
        </p:spPr>
      </p:pic>
      <p:sp>
        <p:nvSpPr>
          <p:cNvPr id="7" name="Slide Number Placeholder 6">
            <a:extLst>
              <a:ext uri="{FF2B5EF4-FFF2-40B4-BE49-F238E27FC236}">
                <a16:creationId xmlns:a16="http://schemas.microsoft.com/office/drawing/2014/main" id="{289CB0FF-5FD5-736B-2898-0B18FA515603}"/>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8</a:t>
            </a:fld>
            <a:endParaRPr lang="en-GB"/>
          </a:p>
        </p:txBody>
      </p:sp>
      <p:sp>
        <p:nvSpPr>
          <p:cNvPr id="9" name="Title 1">
            <a:extLst>
              <a:ext uri="{FF2B5EF4-FFF2-40B4-BE49-F238E27FC236}">
                <a16:creationId xmlns:a16="http://schemas.microsoft.com/office/drawing/2014/main" id="{FF7D1393-31C6-08A9-D552-3B01AF3EA14A}"/>
              </a:ext>
            </a:extLst>
          </p:cNvPr>
          <p:cNvSpPr txBox="1">
            <a:spLocks/>
          </p:cNvSpPr>
          <p:nvPr/>
        </p:nvSpPr>
        <p:spPr>
          <a:xfrm>
            <a:off x="5366785" y="706917"/>
            <a:ext cx="3761862" cy="9504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SA" sz="2400" b="1" dirty="0">
                <a:solidFill>
                  <a:srgbClr val="3C4043"/>
                </a:solidFill>
                <a:latin typeface="Walbaum Display Light (Headings)"/>
              </a:rPr>
              <a:t>أعمال التشطيب</a:t>
            </a:r>
            <a:endParaRPr lang="en-GB" sz="2400" b="1" dirty="0">
              <a:latin typeface="Walbaum Display Light (Headings)"/>
            </a:endParaRPr>
          </a:p>
        </p:txBody>
      </p:sp>
      <p:sp>
        <p:nvSpPr>
          <p:cNvPr id="10" name="Content Placeholder 4">
            <a:extLst>
              <a:ext uri="{FF2B5EF4-FFF2-40B4-BE49-F238E27FC236}">
                <a16:creationId xmlns:a16="http://schemas.microsoft.com/office/drawing/2014/main" id="{3D194904-931C-7E52-2536-28BB7D94E0A2}"/>
              </a:ext>
            </a:extLst>
          </p:cNvPr>
          <p:cNvSpPr txBox="1">
            <a:spLocks/>
          </p:cNvSpPr>
          <p:nvPr/>
        </p:nvSpPr>
        <p:spPr>
          <a:xfrm>
            <a:off x="5366785" y="1191636"/>
            <a:ext cx="3794512" cy="50415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lnSpc>
                <a:spcPct val="90000"/>
              </a:lnSpc>
              <a:buFont typeface="+mj-lt"/>
              <a:buAutoNum type="arabicPeriod"/>
            </a:pPr>
            <a:r>
              <a:rPr lang="ar-AE" sz="2000" b="0" i="0" dirty="0">
                <a:solidFill>
                  <a:srgbClr val="3C4043"/>
                </a:solidFill>
                <a:effectLst/>
                <a:latin typeface="Roboto" panose="02000000000000000000" pitchFamily="2" charset="0"/>
              </a:rPr>
              <a:t>أعمال تنسيق الحدائق</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 أعمال البلاط </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أعمال النجارة </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أعمال الزجاج </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أعمال الدهانات </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أعمال الجبس</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en-GB" sz="2000" dirty="0">
                <a:solidFill>
                  <a:srgbClr val="3C4043"/>
                </a:solidFill>
                <a:latin typeface="Roboto" panose="02000000000000000000" pitchFamily="2" charset="0"/>
              </a:rPr>
              <a:t> </a:t>
            </a:r>
            <a:r>
              <a:rPr lang="ar-SA" sz="2000" dirty="0">
                <a:solidFill>
                  <a:srgbClr val="3C4043"/>
                </a:solidFill>
                <a:latin typeface="Roboto" panose="02000000000000000000" pitchFamily="2" charset="0"/>
              </a:rPr>
              <a:t>أعمال الألمنيوم و الهياكل المعدنية</a:t>
            </a:r>
            <a:endParaRPr lang="en-GB" sz="2000" dirty="0"/>
          </a:p>
        </p:txBody>
      </p:sp>
      <p:pic>
        <p:nvPicPr>
          <p:cNvPr id="1026" name="Picture 2" descr="Mia Baker">
            <a:extLst>
              <a:ext uri="{FF2B5EF4-FFF2-40B4-BE49-F238E27FC236}">
                <a16:creationId xmlns:a16="http://schemas.microsoft.com/office/drawing/2014/main" id="{DC12EFA7-71AF-BE16-1D87-D8F5FF058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1350" y="1"/>
            <a:ext cx="2660649" cy="3382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7930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D1705-2EE2-DF84-A073-B1126E8B8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AE121-1ECF-7D6E-76E7-2DF9736A4CC1}"/>
              </a:ext>
            </a:extLst>
          </p:cNvPr>
          <p:cNvSpPr>
            <a:spLocks noGrp="1"/>
          </p:cNvSpPr>
          <p:nvPr>
            <p:ph type="title"/>
          </p:nvPr>
        </p:nvSpPr>
        <p:spPr>
          <a:xfrm>
            <a:off x="680485" y="675167"/>
            <a:ext cx="3761862" cy="950433"/>
          </a:xfrm>
        </p:spPr>
        <p:txBody>
          <a:bodyPr anchor="t">
            <a:normAutofit/>
          </a:bodyPr>
          <a:lstStyle/>
          <a:p>
            <a:r>
              <a:rPr lang="en-GB" sz="2400" b="1" dirty="0"/>
              <a:t>Structure Works</a:t>
            </a:r>
            <a:endParaRPr lang="ar-SA" sz="2400" b="1" dirty="0"/>
          </a:p>
        </p:txBody>
      </p:sp>
      <p:sp>
        <p:nvSpPr>
          <p:cNvPr id="5" name="Content Placeholder 4">
            <a:extLst>
              <a:ext uri="{FF2B5EF4-FFF2-40B4-BE49-F238E27FC236}">
                <a16:creationId xmlns:a16="http://schemas.microsoft.com/office/drawing/2014/main" id="{CF8B5546-D99C-A903-F442-20C08160F77C}"/>
              </a:ext>
            </a:extLst>
          </p:cNvPr>
          <p:cNvSpPr>
            <a:spLocks noGrp="1"/>
          </p:cNvSpPr>
          <p:nvPr>
            <p:ph idx="1"/>
          </p:nvPr>
        </p:nvSpPr>
        <p:spPr>
          <a:xfrm>
            <a:off x="680485" y="1473200"/>
            <a:ext cx="3794512" cy="4619290"/>
          </a:xfrm>
        </p:spPr>
        <p:txBody>
          <a:bodyPr anchor="ctr">
            <a:normAutofit/>
          </a:bodyPr>
          <a:lstStyle/>
          <a:p>
            <a:pPr rtl="0">
              <a:lnSpc>
                <a:spcPct val="90000"/>
              </a:lnSpc>
              <a:buFont typeface="+mj-lt"/>
              <a:buAutoNum type="arabicPeriod"/>
            </a:pPr>
            <a:r>
              <a:rPr lang="en-GB" sz="2000" dirty="0"/>
              <a:t>Concrete works </a:t>
            </a:r>
            <a:endParaRPr lang="ar-SA" sz="2000" dirty="0"/>
          </a:p>
          <a:p>
            <a:pPr rtl="0">
              <a:lnSpc>
                <a:spcPct val="90000"/>
              </a:lnSpc>
              <a:buFont typeface="+mj-lt"/>
              <a:buAutoNum type="arabicPeriod"/>
            </a:pPr>
            <a:r>
              <a:rPr lang="en-GB" sz="2000" dirty="0"/>
              <a:t>Steel works Etc ..</a:t>
            </a:r>
          </a:p>
        </p:txBody>
      </p:sp>
      <p:sp>
        <p:nvSpPr>
          <p:cNvPr id="6" name="Date Placeholder 5">
            <a:extLst>
              <a:ext uri="{FF2B5EF4-FFF2-40B4-BE49-F238E27FC236}">
                <a16:creationId xmlns:a16="http://schemas.microsoft.com/office/drawing/2014/main" id="{906171E5-943F-753A-1AAF-FA8A7523518E}"/>
              </a:ext>
            </a:extLst>
          </p:cNvPr>
          <p:cNvSpPr>
            <a:spLocks noGrp="1"/>
          </p:cNvSpPr>
          <p:nvPr>
            <p:ph type="dt" sz="half" idx="10"/>
          </p:nvPr>
        </p:nvSpPr>
        <p:spPr>
          <a:xfrm>
            <a:off x="7337102" y="6398878"/>
            <a:ext cx="4193908" cy="365125"/>
          </a:xfrm>
        </p:spPr>
        <p:txBody>
          <a:bodyPr anchor="ctr">
            <a:normAutofit/>
          </a:bodyPr>
          <a:lstStyle/>
          <a:p>
            <a:pPr rtl="0">
              <a:spcAft>
                <a:spcPts val="600"/>
              </a:spcAft>
            </a:pPr>
            <a:r>
              <a:rPr lang="en-GB"/>
              <a:t>2/7/20XX</a:t>
            </a:r>
          </a:p>
        </p:txBody>
      </p:sp>
      <p:sp>
        <p:nvSpPr>
          <p:cNvPr id="7" name="Slide Number Placeholder 6">
            <a:extLst>
              <a:ext uri="{FF2B5EF4-FFF2-40B4-BE49-F238E27FC236}">
                <a16:creationId xmlns:a16="http://schemas.microsoft.com/office/drawing/2014/main" id="{C2F1FC6C-FFDF-129B-609D-07625BD4794C}"/>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9</a:t>
            </a:fld>
            <a:endParaRPr lang="en-GB"/>
          </a:p>
        </p:txBody>
      </p:sp>
      <p:sp>
        <p:nvSpPr>
          <p:cNvPr id="9" name="Title 1">
            <a:extLst>
              <a:ext uri="{FF2B5EF4-FFF2-40B4-BE49-F238E27FC236}">
                <a16:creationId xmlns:a16="http://schemas.microsoft.com/office/drawing/2014/main" id="{125C0E77-0AB1-2ED5-C31B-D07185526F04}"/>
              </a:ext>
            </a:extLst>
          </p:cNvPr>
          <p:cNvSpPr txBox="1">
            <a:spLocks/>
          </p:cNvSpPr>
          <p:nvPr/>
        </p:nvSpPr>
        <p:spPr>
          <a:xfrm>
            <a:off x="5366785" y="706917"/>
            <a:ext cx="3761862" cy="9504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AE" sz="2400" b="1" dirty="0">
                <a:solidFill>
                  <a:srgbClr val="3C4043"/>
                </a:solidFill>
                <a:effectLst/>
                <a:latin typeface="Roboto" panose="02000000000000000000" pitchFamily="2" charset="0"/>
              </a:rPr>
              <a:t>أعمال </a:t>
            </a:r>
            <a:r>
              <a:rPr lang="ar-SA" sz="2400" b="1" dirty="0">
                <a:solidFill>
                  <a:srgbClr val="3C4043"/>
                </a:solidFill>
                <a:effectLst/>
                <a:latin typeface="Roboto" panose="02000000000000000000" pitchFamily="2" charset="0"/>
              </a:rPr>
              <a:t>البناء</a:t>
            </a:r>
          </a:p>
          <a:p>
            <a:pPr algn="r" rtl="1"/>
            <a:endParaRPr lang="en-GB" sz="2400" b="1" dirty="0">
              <a:latin typeface="Walbaum Display Light (Headings)"/>
            </a:endParaRPr>
          </a:p>
        </p:txBody>
      </p:sp>
      <p:sp>
        <p:nvSpPr>
          <p:cNvPr id="10" name="Content Placeholder 4">
            <a:extLst>
              <a:ext uri="{FF2B5EF4-FFF2-40B4-BE49-F238E27FC236}">
                <a16:creationId xmlns:a16="http://schemas.microsoft.com/office/drawing/2014/main" id="{C50D5C01-A852-1D5B-1765-991EA090DACB}"/>
              </a:ext>
            </a:extLst>
          </p:cNvPr>
          <p:cNvSpPr txBox="1">
            <a:spLocks/>
          </p:cNvSpPr>
          <p:nvPr/>
        </p:nvSpPr>
        <p:spPr>
          <a:xfrm>
            <a:off x="5366785" y="1191636"/>
            <a:ext cx="3794512" cy="50415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lnSpc>
                <a:spcPct val="90000"/>
              </a:lnSpc>
              <a:buFont typeface="+mj-lt"/>
              <a:buAutoNum type="arabicPeriod"/>
            </a:pPr>
            <a:r>
              <a:rPr lang="ar-AE" sz="2000" b="0" i="0" dirty="0">
                <a:solidFill>
                  <a:srgbClr val="3C4043"/>
                </a:solidFill>
                <a:effectLst/>
                <a:latin typeface="Roboto" panose="02000000000000000000" pitchFamily="2" charset="0"/>
              </a:rPr>
              <a:t>أعمال </a:t>
            </a:r>
            <a:r>
              <a:rPr lang="ar-SA" sz="2000" b="0" i="0" dirty="0">
                <a:solidFill>
                  <a:srgbClr val="3C4043"/>
                </a:solidFill>
                <a:effectLst/>
                <a:latin typeface="Roboto" panose="02000000000000000000" pitchFamily="2" charset="0"/>
              </a:rPr>
              <a:t>الخرسانة</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 أعمال </a:t>
            </a:r>
            <a:r>
              <a:rPr lang="ar-SA" sz="2000" b="0" i="0" dirty="0">
                <a:solidFill>
                  <a:srgbClr val="3C4043"/>
                </a:solidFill>
                <a:effectLst/>
                <a:latin typeface="Roboto" panose="02000000000000000000" pitchFamily="2" charset="0"/>
              </a:rPr>
              <a:t>الصلب</a:t>
            </a:r>
            <a:endParaRPr lang="en-GB" sz="2000" b="0" i="0" dirty="0">
              <a:solidFill>
                <a:srgbClr val="3C4043"/>
              </a:solidFill>
              <a:effectLst/>
              <a:latin typeface="Roboto" panose="02000000000000000000" pitchFamily="2" charset="0"/>
            </a:endParaRPr>
          </a:p>
        </p:txBody>
      </p:sp>
      <p:pic>
        <p:nvPicPr>
          <p:cNvPr id="3" name="Picture 2">
            <a:extLst>
              <a:ext uri="{FF2B5EF4-FFF2-40B4-BE49-F238E27FC236}">
                <a16:creationId xmlns:a16="http://schemas.microsoft.com/office/drawing/2014/main" id="{5247F3EA-71A4-D120-6A64-E73B2E5E0141}"/>
              </a:ext>
            </a:extLst>
          </p:cNvPr>
          <p:cNvPicPr>
            <a:picLocks/>
          </p:cNvPicPr>
          <p:nvPr/>
        </p:nvPicPr>
        <p:blipFill>
          <a:blip r:embed="rId2"/>
          <a:stretch>
            <a:fillRect/>
          </a:stretch>
        </p:blipFill>
        <p:spPr>
          <a:xfrm>
            <a:off x="9531350" y="3382963"/>
            <a:ext cx="2660650" cy="3475037"/>
          </a:xfrm>
          <a:prstGeom prst="rect">
            <a:avLst/>
          </a:prstGeom>
        </p:spPr>
      </p:pic>
      <p:pic>
        <p:nvPicPr>
          <p:cNvPr id="8" name="Picture 7">
            <a:extLst>
              <a:ext uri="{FF2B5EF4-FFF2-40B4-BE49-F238E27FC236}">
                <a16:creationId xmlns:a16="http://schemas.microsoft.com/office/drawing/2014/main" id="{B3E7D84A-A72A-4ABB-7CFF-8C14D3FAD77E}"/>
              </a:ext>
            </a:extLst>
          </p:cNvPr>
          <p:cNvPicPr>
            <a:picLocks/>
          </p:cNvPicPr>
          <p:nvPr/>
        </p:nvPicPr>
        <p:blipFill>
          <a:blip r:embed="rId3"/>
          <a:stretch>
            <a:fillRect/>
          </a:stretch>
        </p:blipFill>
        <p:spPr>
          <a:xfrm>
            <a:off x="9531350" y="1"/>
            <a:ext cx="2660649" cy="3382962"/>
          </a:xfrm>
          <a:prstGeom prst="rect">
            <a:avLst/>
          </a:prstGeom>
        </p:spPr>
      </p:pic>
    </p:spTree>
    <p:extLst>
      <p:ext uri="{BB962C8B-B14F-4D97-AF65-F5344CB8AC3E}">
        <p14:creationId xmlns:p14="http://schemas.microsoft.com/office/powerpoint/2010/main" val="3437092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9029F-74B9-D80A-E41A-73484DB70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6F2AB-2BD2-998A-F593-9804C44468E3}"/>
              </a:ext>
            </a:extLst>
          </p:cNvPr>
          <p:cNvSpPr>
            <a:spLocks noGrp="1"/>
          </p:cNvSpPr>
          <p:nvPr>
            <p:ph type="title"/>
          </p:nvPr>
        </p:nvSpPr>
        <p:spPr>
          <a:xfrm>
            <a:off x="680485" y="675167"/>
            <a:ext cx="3761862" cy="950433"/>
          </a:xfrm>
        </p:spPr>
        <p:txBody>
          <a:bodyPr anchor="t">
            <a:normAutofit/>
          </a:bodyPr>
          <a:lstStyle/>
          <a:p>
            <a:r>
              <a:rPr lang="en-GB" sz="2400" b="1" dirty="0"/>
              <a:t>Electrical Works &amp; Low Current Work</a:t>
            </a:r>
            <a:endParaRPr lang="ar-SA" sz="2400" b="1" dirty="0"/>
          </a:p>
        </p:txBody>
      </p:sp>
      <p:sp>
        <p:nvSpPr>
          <p:cNvPr id="5" name="Content Placeholder 4">
            <a:extLst>
              <a:ext uri="{FF2B5EF4-FFF2-40B4-BE49-F238E27FC236}">
                <a16:creationId xmlns:a16="http://schemas.microsoft.com/office/drawing/2014/main" id="{CBD12F32-9B09-09A6-01D3-D347748D8A82}"/>
              </a:ext>
            </a:extLst>
          </p:cNvPr>
          <p:cNvSpPr>
            <a:spLocks noGrp="1"/>
          </p:cNvSpPr>
          <p:nvPr>
            <p:ph idx="1"/>
          </p:nvPr>
        </p:nvSpPr>
        <p:spPr>
          <a:xfrm>
            <a:off x="680485" y="1473200"/>
            <a:ext cx="3794512" cy="4619290"/>
          </a:xfrm>
        </p:spPr>
        <p:txBody>
          <a:bodyPr anchor="ctr">
            <a:normAutofit/>
          </a:bodyPr>
          <a:lstStyle/>
          <a:p>
            <a:pPr rtl="0">
              <a:lnSpc>
                <a:spcPct val="90000"/>
              </a:lnSpc>
              <a:buFont typeface="+mj-lt"/>
              <a:buAutoNum type="arabicPeriod"/>
            </a:pPr>
            <a:r>
              <a:rPr lang="en-GB" sz="2000" dirty="0"/>
              <a:t>Lighting Fixtures &amp; Points</a:t>
            </a:r>
          </a:p>
          <a:p>
            <a:pPr rtl="0">
              <a:lnSpc>
                <a:spcPct val="90000"/>
              </a:lnSpc>
              <a:buFont typeface="+mj-lt"/>
              <a:buAutoNum type="arabicPeriod"/>
            </a:pPr>
            <a:r>
              <a:rPr lang="en-GB" sz="2000" dirty="0"/>
              <a:t>Race Ways Cables</a:t>
            </a:r>
          </a:p>
          <a:p>
            <a:pPr rtl="0">
              <a:lnSpc>
                <a:spcPct val="90000"/>
              </a:lnSpc>
              <a:buFont typeface="+mj-lt"/>
              <a:buAutoNum type="arabicPeriod"/>
            </a:pPr>
            <a:r>
              <a:rPr lang="en-GB" sz="2000" dirty="0"/>
              <a:t>Power Outlets</a:t>
            </a:r>
          </a:p>
          <a:p>
            <a:pPr rtl="0">
              <a:lnSpc>
                <a:spcPct val="90000"/>
              </a:lnSpc>
              <a:buFont typeface="+mj-lt"/>
              <a:buAutoNum type="arabicPeriod"/>
            </a:pPr>
            <a:r>
              <a:rPr lang="en-GB" sz="2000" dirty="0"/>
              <a:t>Electrical Panels</a:t>
            </a:r>
          </a:p>
          <a:p>
            <a:pPr rtl="0">
              <a:lnSpc>
                <a:spcPct val="90000"/>
              </a:lnSpc>
              <a:buFont typeface="+mj-lt"/>
              <a:buAutoNum type="arabicPeriod"/>
            </a:pPr>
            <a:r>
              <a:rPr lang="en-GB" sz="2000" dirty="0"/>
              <a:t>Main Cables</a:t>
            </a:r>
          </a:p>
          <a:p>
            <a:pPr rtl="0">
              <a:lnSpc>
                <a:spcPct val="90000"/>
              </a:lnSpc>
              <a:buFont typeface="+mj-lt"/>
              <a:buAutoNum type="arabicPeriod"/>
            </a:pPr>
            <a:r>
              <a:rPr lang="en-GB" sz="2000" dirty="0"/>
              <a:t>Grounding &amp; Earthing System</a:t>
            </a:r>
          </a:p>
          <a:p>
            <a:pPr rtl="0">
              <a:lnSpc>
                <a:spcPct val="90000"/>
              </a:lnSpc>
              <a:buFont typeface="+mj-lt"/>
              <a:buAutoNum type="arabicPeriod"/>
            </a:pPr>
            <a:r>
              <a:rPr lang="en-GB" sz="2000" dirty="0"/>
              <a:t>Lightning System</a:t>
            </a:r>
          </a:p>
          <a:p>
            <a:pPr marL="0" indent="0" rtl="0">
              <a:lnSpc>
                <a:spcPct val="90000"/>
              </a:lnSpc>
            </a:pPr>
            <a:endParaRPr lang="en-GB" sz="2000" dirty="0"/>
          </a:p>
        </p:txBody>
      </p:sp>
      <p:sp>
        <p:nvSpPr>
          <p:cNvPr id="6" name="Date Placeholder 5">
            <a:extLst>
              <a:ext uri="{FF2B5EF4-FFF2-40B4-BE49-F238E27FC236}">
                <a16:creationId xmlns:a16="http://schemas.microsoft.com/office/drawing/2014/main" id="{370EC945-D145-1C87-F9D4-0E0BCCAFEBEF}"/>
              </a:ext>
            </a:extLst>
          </p:cNvPr>
          <p:cNvSpPr>
            <a:spLocks noGrp="1"/>
          </p:cNvSpPr>
          <p:nvPr>
            <p:ph type="dt" sz="half" idx="10"/>
          </p:nvPr>
        </p:nvSpPr>
        <p:spPr>
          <a:xfrm>
            <a:off x="7337102" y="6398878"/>
            <a:ext cx="4193908" cy="365125"/>
          </a:xfrm>
        </p:spPr>
        <p:txBody>
          <a:bodyPr anchor="ctr">
            <a:normAutofit/>
          </a:bodyPr>
          <a:lstStyle/>
          <a:p>
            <a:pPr rtl="0">
              <a:spcAft>
                <a:spcPts val="600"/>
              </a:spcAft>
            </a:pPr>
            <a:r>
              <a:rPr lang="en-GB"/>
              <a:t>2/7/20XX</a:t>
            </a:r>
          </a:p>
        </p:txBody>
      </p:sp>
      <p:sp>
        <p:nvSpPr>
          <p:cNvPr id="7" name="Slide Number Placeholder 6">
            <a:extLst>
              <a:ext uri="{FF2B5EF4-FFF2-40B4-BE49-F238E27FC236}">
                <a16:creationId xmlns:a16="http://schemas.microsoft.com/office/drawing/2014/main" id="{275F4B85-7796-66CF-7ABA-155056C34340}"/>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10</a:t>
            </a:fld>
            <a:endParaRPr lang="en-GB"/>
          </a:p>
        </p:txBody>
      </p:sp>
      <p:sp>
        <p:nvSpPr>
          <p:cNvPr id="9" name="Title 1">
            <a:extLst>
              <a:ext uri="{FF2B5EF4-FFF2-40B4-BE49-F238E27FC236}">
                <a16:creationId xmlns:a16="http://schemas.microsoft.com/office/drawing/2014/main" id="{0A9A1430-869D-134F-8A20-42C400E7DD6C}"/>
              </a:ext>
            </a:extLst>
          </p:cNvPr>
          <p:cNvSpPr txBox="1">
            <a:spLocks/>
          </p:cNvSpPr>
          <p:nvPr/>
        </p:nvSpPr>
        <p:spPr>
          <a:xfrm>
            <a:off x="5366785" y="706917"/>
            <a:ext cx="3761862" cy="9504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AE" sz="2400" b="1" dirty="0">
                <a:solidFill>
                  <a:srgbClr val="3C4043"/>
                </a:solidFill>
                <a:effectLst/>
                <a:latin typeface="Roboto" panose="02000000000000000000" pitchFamily="2" charset="0"/>
              </a:rPr>
              <a:t>الأعمال الكهربائية وأعمال التيار المنخفض</a:t>
            </a:r>
            <a:endParaRPr lang="ar-SA" sz="2400" b="1" dirty="0">
              <a:solidFill>
                <a:srgbClr val="3C4043"/>
              </a:solidFill>
              <a:effectLst/>
              <a:latin typeface="Roboto" panose="02000000000000000000" pitchFamily="2" charset="0"/>
            </a:endParaRPr>
          </a:p>
        </p:txBody>
      </p:sp>
      <p:sp>
        <p:nvSpPr>
          <p:cNvPr id="10" name="Content Placeholder 4">
            <a:extLst>
              <a:ext uri="{FF2B5EF4-FFF2-40B4-BE49-F238E27FC236}">
                <a16:creationId xmlns:a16="http://schemas.microsoft.com/office/drawing/2014/main" id="{5E87AFF1-DEFF-95DB-5FC2-AF81B9F07644}"/>
              </a:ext>
            </a:extLst>
          </p:cNvPr>
          <p:cNvSpPr txBox="1">
            <a:spLocks/>
          </p:cNvSpPr>
          <p:nvPr/>
        </p:nvSpPr>
        <p:spPr>
          <a:xfrm>
            <a:off x="5366785" y="1191636"/>
            <a:ext cx="3794512" cy="50415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lnSpc>
                <a:spcPct val="90000"/>
              </a:lnSpc>
              <a:buFont typeface="+mj-lt"/>
              <a:buAutoNum type="arabicPeriod"/>
            </a:pPr>
            <a:r>
              <a:rPr lang="ar-AE" sz="2000" b="0" i="0" dirty="0">
                <a:solidFill>
                  <a:srgbClr val="3C4043"/>
                </a:solidFill>
                <a:effectLst/>
                <a:latin typeface="Roboto" panose="02000000000000000000" pitchFamily="2" charset="0"/>
              </a:rPr>
              <a:t>تركيبات الإضاءة ونقاطها</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 مسارات الكابلات</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 منافذ الطاقة</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 لوحات الكهرباء </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AE" sz="2000" b="0" i="0" dirty="0">
                <a:solidFill>
                  <a:srgbClr val="3C4043"/>
                </a:solidFill>
                <a:effectLst/>
                <a:latin typeface="Roboto" panose="02000000000000000000" pitchFamily="2" charset="0"/>
              </a:rPr>
              <a:t>كابلات</a:t>
            </a:r>
            <a:r>
              <a:rPr lang="en-GB" sz="2000" b="0" i="0" dirty="0">
                <a:solidFill>
                  <a:srgbClr val="3C4043"/>
                </a:solidFill>
                <a:effectLst/>
                <a:latin typeface="Roboto" panose="02000000000000000000" pitchFamily="2" charset="0"/>
              </a:rPr>
              <a:t> </a:t>
            </a:r>
            <a:r>
              <a:rPr lang="ar-SA" sz="2000" b="0" i="0" dirty="0">
                <a:solidFill>
                  <a:srgbClr val="3C4043"/>
                </a:solidFill>
                <a:effectLst/>
                <a:latin typeface="Roboto" panose="02000000000000000000" pitchFamily="2" charset="0"/>
              </a:rPr>
              <a:t> الرئيسية </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r>
              <a:rPr lang="ar-SA" sz="2000" b="0" i="0" dirty="0">
                <a:solidFill>
                  <a:srgbClr val="3C4043"/>
                </a:solidFill>
                <a:effectLst/>
                <a:latin typeface="Roboto" panose="02000000000000000000" pitchFamily="2" charset="0"/>
              </a:rPr>
              <a:t>التأيض و نظام التأريض</a:t>
            </a:r>
          </a:p>
          <a:p>
            <a:pPr algn="r" rtl="1">
              <a:lnSpc>
                <a:spcPct val="90000"/>
              </a:lnSpc>
              <a:buFont typeface="+mj-lt"/>
              <a:buAutoNum type="arabicPeriod"/>
            </a:pPr>
            <a:r>
              <a:rPr lang="ar-SA" sz="2000" dirty="0">
                <a:solidFill>
                  <a:srgbClr val="3C4043"/>
                </a:solidFill>
                <a:latin typeface="Roboto" panose="02000000000000000000" pitchFamily="2" charset="0"/>
              </a:rPr>
              <a:t>نظام الصواعق</a:t>
            </a:r>
            <a:endParaRPr lang="en-GB" sz="2000" b="0" i="0" dirty="0">
              <a:solidFill>
                <a:srgbClr val="3C4043"/>
              </a:solidFill>
              <a:effectLst/>
              <a:latin typeface="Roboto" panose="02000000000000000000" pitchFamily="2" charset="0"/>
            </a:endParaRPr>
          </a:p>
          <a:p>
            <a:pPr algn="r" rtl="1">
              <a:lnSpc>
                <a:spcPct val="90000"/>
              </a:lnSpc>
              <a:buFont typeface="+mj-lt"/>
              <a:buAutoNum type="arabicPeriod"/>
            </a:pPr>
            <a:endParaRPr lang="ar-SA" sz="2000" b="0" i="0" dirty="0">
              <a:solidFill>
                <a:srgbClr val="3C4043"/>
              </a:solidFill>
              <a:effectLst/>
              <a:latin typeface="Roboto" panose="02000000000000000000" pitchFamily="2" charset="0"/>
            </a:endParaRPr>
          </a:p>
        </p:txBody>
      </p:sp>
      <p:pic>
        <p:nvPicPr>
          <p:cNvPr id="17" name="Picture 16">
            <a:extLst>
              <a:ext uri="{FF2B5EF4-FFF2-40B4-BE49-F238E27FC236}">
                <a16:creationId xmlns:a16="http://schemas.microsoft.com/office/drawing/2014/main" id="{BB545D82-E3C1-2A4B-4080-866F253EC38F}"/>
              </a:ext>
            </a:extLst>
          </p:cNvPr>
          <p:cNvPicPr>
            <a:picLocks/>
          </p:cNvPicPr>
          <p:nvPr/>
        </p:nvPicPr>
        <p:blipFill>
          <a:blip r:embed="rId2"/>
          <a:stretch>
            <a:fillRect/>
          </a:stretch>
        </p:blipFill>
        <p:spPr>
          <a:xfrm>
            <a:off x="9531350" y="3382963"/>
            <a:ext cx="2660650" cy="3475037"/>
          </a:xfrm>
          <a:prstGeom prst="rect">
            <a:avLst/>
          </a:prstGeom>
        </p:spPr>
      </p:pic>
      <p:pic>
        <p:nvPicPr>
          <p:cNvPr id="18" name="Picture 17">
            <a:extLst>
              <a:ext uri="{FF2B5EF4-FFF2-40B4-BE49-F238E27FC236}">
                <a16:creationId xmlns:a16="http://schemas.microsoft.com/office/drawing/2014/main" id="{FC6FF2CA-A4A6-1890-F729-1661149A02AB}"/>
              </a:ext>
            </a:extLst>
          </p:cNvPr>
          <p:cNvPicPr>
            <a:picLocks/>
          </p:cNvPicPr>
          <p:nvPr/>
        </p:nvPicPr>
        <p:blipFill>
          <a:blip r:embed="rId3"/>
          <a:stretch>
            <a:fillRect/>
          </a:stretch>
        </p:blipFill>
        <p:spPr>
          <a:xfrm>
            <a:off x="9531350" y="1"/>
            <a:ext cx="2660649" cy="3382962"/>
          </a:xfrm>
          <a:prstGeom prst="rect">
            <a:avLst/>
          </a:prstGeom>
        </p:spPr>
      </p:pic>
    </p:spTree>
    <p:extLst>
      <p:ext uri="{BB962C8B-B14F-4D97-AF65-F5344CB8AC3E}">
        <p14:creationId xmlns:p14="http://schemas.microsoft.com/office/powerpoint/2010/main" val="1296839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FCB81-4604-7E06-F5B4-B45F59E821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18A91-37A7-5F55-CD9D-29191491499B}"/>
              </a:ext>
            </a:extLst>
          </p:cNvPr>
          <p:cNvSpPr>
            <a:spLocks noGrp="1"/>
          </p:cNvSpPr>
          <p:nvPr>
            <p:ph type="title"/>
          </p:nvPr>
        </p:nvSpPr>
        <p:spPr>
          <a:xfrm>
            <a:off x="680485" y="675167"/>
            <a:ext cx="3761862" cy="950433"/>
          </a:xfrm>
        </p:spPr>
        <p:txBody>
          <a:bodyPr anchor="t">
            <a:normAutofit/>
          </a:bodyPr>
          <a:lstStyle/>
          <a:p>
            <a:r>
              <a:rPr lang="en-GB" sz="2400" b="1" dirty="0"/>
              <a:t>Low Current Work</a:t>
            </a:r>
            <a:endParaRPr lang="ar-SA" sz="2400" b="1" dirty="0"/>
          </a:p>
        </p:txBody>
      </p:sp>
      <p:sp>
        <p:nvSpPr>
          <p:cNvPr id="5" name="Content Placeholder 4">
            <a:extLst>
              <a:ext uri="{FF2B5EF4-FFF2-40B4-BE49-F238E27FC236}">
                <a16:creationId xmlns:a16="http://schemas.microsoft.com/office/drawing/2014/main" id="{460273E2-D9A7-0479-36A2-98265551E9F9}"/>
              </a:ext>
            </a:extLst>
          </p:cNvPr>
          <p:cNvSpPr>
            <a:spLocks noGrp="1"/>
          </p:cNvSpPr>
          <p:nvPr>
            <p:ph idx="1"/>
          </p:nvPr>
        </p:nvSpPr>
        <p:spPr>
          <a:xfrm>
            <a:off x="680485" y="1473200"/>
            <a:ext cx="3794512" cy="4619290"/>
          </a:xfrm>
        </p:spPr>
        <p:txBody>
          <a:bodyPr anchor="ctr">
            <a:normAutofit/>
          </a:bodyPr>
          <a:lstStyle/>
          <a:p>
            <a:pPr rtl="0">
              <a:lnSpc>
                <a:spcPct val="90000"/>
              </a:lnSpc>
              <a:buFont typeface="+mj-lt"/>
              <a:buAutoNum type="arabicPeriod"/>
            </a:pPr>
            <a:r>
              <a:rPr lang="en-GB" sz="1600" dirty="0"/>
              <a:t>Data System </a:t>
            </a:r>
          </a:p>
          <a:p>
            <a:pPr rtl="0">
              <a:lnSpc>
                <a:spcPct val="90000"/>
              </a:lnSpc>
              <a:buFont typeface="+mj-lt"/>
              <a:buAutoNum type="arabicPeriod"/>
            </a:pPr>
            <a:r>
              <a:rPr lang="en-GB" sz="1600" dirty="0"/>
              <a:t>IP Telephone System </a:t>
            </a:r>
          </a:p>
          <a:p>
            <a:pPr rtl="0">
              <a:lnSpc>
                <a:spcPct val="90000"/>
              </a:lnSpc>
              <a:buFont typeface="+mj-lt"/>
              <a:buAutoNum type="arabicPeriod"/>
            </a:pPr>
            <a:r>
              <a:rPr lang="en-GB" sz="1600" dirty="0"/>
              <a:t>Fire Alarm System</a:t>
            </a:r>
          </a:p>
          <a:p>
            <a:pPr rtl="0">
              <a:lnSpc>
                <a:spcPct val="90000"/>
              </a:lnSpc>
              <a:buFont typeface="+mj-lt"/>
              <a:buAutoNum type="arabicPeriod"/>
            </a:pPr>
            <a:r>
              <a:rPr lang="en-GB" sz="1600" dirty="0"/>
              <a:t> CCTV System </a:t>
            </a:r>
          </a:p>
          <a:p>
            <a:pPr rtl="0">
              <a:lnSpc>
                <a:spcPct val="90000"/>
              </a:lnSpc>
              <a:buFont typeface="+mj-lt"/>
              <a:buAutoNum type="arabicPeriod"/>
            </a:pPr>
            <a:r>
              <a:rPr lang="en-GB" sz="1600" dirty="0"/>
              <a:t>Public Address System </a:t>
            </a:r>
          </a:p>
          <a:p>
            <a:pPr rtl="0">
              <a:lnSpc>
                <a:spcPct val="90000"/>
              </a:lnSpc>
              <a:buFont typeface="+mj-lt"/>
              <a:buAutoNum type="arabicPeriod"/>
            </a:pPr>
            <a:r>
              <a:rPr lang="en-GB" sz="1600" dirty="0"/>
              <a:t>Nurse Call System</a:t>
            </a:r>
          </a:p>
          <a:p>
            <a:pPr rtl="0">
              <a:lnSpc>
                <a:spcPct val="90000"/>
              </a:lnSpc>
              <a:buFont typeface="+mj-lt"/>
              <a:buAutoNum type="arabicPeriod"/>
            </a:pPr>
            <a:r>
              <a:rPr lang="en-GB" sz="1600" dirty="0"/>
              <a:t> Access Control System </a:t>
            </a:r>
          </a:p>
          <a:p>
            <a:pPr rtl="0">
              <a:lnSpc>
                <a:spcPct val="90000"/>
              </a:lnSpc>
              <a:buFont typeface="+mj-lt"/>
              <a:buAutoNum type="arabicPeriod"/>
            </a:pPr>
            <a:r>
              <a:rPr lang="en-GB" sz="1600" dirty="0"/>
              <a:t>Master Clock System </a:t>
            </a:r>
          </a:p>
          <a:p>
            <a:pPr rtl="0">
              <a:lnSpc>
                <a:spcPct val="90000"/>
              </a:lnSpc>
              <a:buFont typeface="+mj-lt"/>
              <a:buAutoNum type="arabicPeriod"/>
            </a:pPr>
            <a:r>
              <a:rPr lang="en-GB" sz="1600" dirty="0"/>
              <a:t>BMS System ( Building Management System ) </a:t>
            </a:r>
          </a:p>
          <a:p>
            <a:pPr rtl="0">
              <a:lnSpc>
                <a:spcPct val="90000"/>
              </a:lnSpc>
              <a:buFont typeface="+mj-lt"/>
              <a:buAutoNum type="arabicPeriod"/>
            </a:pPr>
            <a:r>
              <a:rPr lang="en-GB" sz="1600" dirty="0"/>
              <a:t>IPTV &amp; Audio/Video System </a:t>
            </a:r>
          </a:p>
          <a:p>
            <a:pPr rtl="0">
              <a:lnSpc>
                <a:spcPct val="90000"/>
              </a:lnSpc>
              <a:buFont typeface="+mj-lt"/>
              <a:buAutoNum type="arabicPeriod"/>
            </a:pPr>
            <a:r>
              <a:rPr lang="en-GB" sz="1600" dirty="0"/>
              <a:t>Intercom System</a:t>
            </a:r>
            <a:endParaRPr lang="en-GB" sz="2000" dirty="0"/>
          </a:p>
        </p:txBody>
      </p:sp>
      <p:sp>
        <p:nvSpPr>
          <p:cNvPr id="6" name="Date Placeholder 5">
            <a:extLst>
              <a:ext uri="{FF2B5EF4-FFF2-40B4-BE49-F238E27FC236}">
                <a16:creationId xmlns:a16="http://schemas.microsoft.com/office/drawing/2014/main" id="{EF74DBE9-C69A-9DED-4574-6896825882D6}"/>
              </a:ext>
            </a:extLst>
          </p:cNvPr>
          <p:cNvSpPr>
            <a:spLocks noGrp="1"/>
          </p:cNvSpPr>
          <p:nvPr>
            <p:ph type="dt" sz="half" idx="10"/>
          </p:nvPr>
        </p:nvSpPr>
        <p:spPr>
          <a:xfrm>
            <a:off x="7337102" y="6398878"/>
            <a:ext cx="4193908" cy="365125"/>
          </a:xfrm>
        </p:spPr>
        <p:txBody>
          <a:bodyPr anchor="ctr">
            <a:normAutofit/>
          </a:bodyPr>
          <a:lstStyle/>
          <a:p>
            <a:pPr rtl="0">
              <a:spcAft>
                <a:spcPts val="600"/>
              </a:spcAft>
            </a:pPr>
            <a:r>
              <a:rPr lang="en-GB"/>
              <a:t>2/7/20XX</a:t>
            </a:r>
          </a:p>
        </p:txBody>
      </p:sp>
      <p:sp>
        <p:nvSpPr>
          <p:cNvPr id="7" name="Slide Number Placeholder 6">
            <a:extLst>
              <a:ext uri="{FF2B5EF4-FFF2-40B4-BE49-F238E27FC236}">
                <a16:creationId xmlns:a16="http://schemas.microsoft.com/office/drawing/2014/main" id="{3C212CCB-8645-8739-A410-15B77FB09A09}"/>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11</a:t>
            </a:fld>
            <a:endParaRPr lang="en-GB"/>
          </a:p>
        </p:txBody>
      </p:sp>
      <p:sp>
        <p:nvSpPr>
          <p:cNvPr id="9" name="Title 1">
            <a:extLst>
              <a:ext uri="{FF2B5EF4-FFF2-40B4-BE49-F238E27FC236}">
                <a16:creationId xmlns:a16="http://schemas.microsoft.com/office/drawing/2014/main" id="{B496A33C-3784-F5E8-49BF-47FFCD7CE498}"/>
              </a:ext>
            </a:extLst>
          </p:cNvPr>
          <p:cNvSpPr txBox="1">
            <a:spLocks/>
          </p:cNvSpPr>
          <p:nvPr/>
        </p:nvSpPr>
        <p:spPr>
          <a:xfrm>
            <a:off x="5366785" y="706917"/>
            <a:ext cx="3761862" cy="9504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AE" sz="2400" b="1" dirty="0">
                <a:solidFill>
                  <a:srgbClr val="3C4043"/>
                </a:solidFill>
                <a:effectLst/>
                <a:latin typeface="Roboto" panose="02000000000000000000" pitchFamily="2" charset="0"/>
              </a:rPr>
              <a:t>أعمال التيار المنخفض</a:t>
            </a:r>
            <a:endParaRPr lang="ar-SA" sz="2400" b="1" dirty="0">
              <a:solidFill>
                <a:srgbClr val="3C4043"/>
              </a:solidFill>
              <a:effectLst/>
              <a:latin typeface="Roboto" panose="02000000000000000000" pitchFamily="2" charset="0"/>
            </a:endParaRPr>
          </a:p>
        </p:txBody>
      </p:sp>
      <p:sp>
        <p:nvSpPr>
          <p:cNvPr id="10" name="Content Placeholder 4">
            <a:extLst>
              <a:ext uri="{FF2B5EF4-FFF2-40B4-BE49-F238E27FC236}">
                <a16:creationId xmlns:a16="http://schemas.microsoft.com/office/drawing/2014/main" id="{02665DDC-7204-D6FA-264D-2C619CAD04C3}"/>
              </a:ext>
            </a:extLst>
          </p:cNvPr>
          <p:cNvSpPr txBox="1">
            <a:spLocks/>
          </p:cNvSpPr>
          <p:nvPr/>
        </p:nvSpPr>
        <p:spPr>
          <a:xfrm>
            <a:off x="5366785" y="1191636"/>
            <a:ext cx="3794512" cy="50415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نظام البيانات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نظام الهاتف </a:t>
            </a:r>
            <a:r>
              <a:rPr lang="ar-SA" sz="1600" dirty="0">
                <a:solidFill>
                  <a:srgbClr val="3C4043"/>
                </a:solidFill>
                <a:latin typeface="Roboto" panose="02000000000000000000" pitchFamily="2" charset="0"/>
              </a:rPr>
              <a:t>المركزي</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 نظام إنذار الحريق</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 نظام </a:t>
            </a:r>
            <a:r>
              <a:rPr lang="ar-SA" sz="1600" b="0" i="0" dirty="0">
                <a:solidFill>
                  <a:srgbClr val="3C4043"/>
                </a:solidFill>
                <a:effectLst/>
                <a:latin typeface="Roboto" panose="02000000000000000000" pitchFamily="2" charset="0"/>
              </a:rPr>
              <a:t>كاميرات المراقبة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نظام </a:t>
            </a:r>
            <a:r>
              <a:rPr lang="ar-SA" sz="1600" b="0" i="0" dirty="0">
                <a:solidFill>
                  <a:srgbClr val="3C4043"/>
                </a:solidFill>
                <a:effectLst/>
                <a:latin typeface="Roboto" panose="02000000000000000000" pitchFamily="2" charset="0"/>
              </a:rPr>
              <a:t>الصوت الداخلي</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نظام استدعاء الممرضات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نظام التحكم في الدخول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نظام الساعة الرئيسية</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 نظام إدارة المباني (</a:t>
            </a:r>
            <a:r>
              <a:rPr lang="en-GB" sz="1600" b="0" i="0" dirty="0">
                <a:solidFill>
                  <a:srgbClr val="3C4043"/>
                </a:solidFill>
                <a:effectLst/>
                <a:latin typeface="Roboto" panose="02000000000000000000" pitchFamily="2" charset="0"/>
              </a:rPr>
              <a:t>BMS) </a:t>
            </a:r>
            <a:r>
              <a:rPr lang="ar-AE" sz="1600" b="0" i="0" dirty="0">
                <a:solidFill>
                  <a:srgbClr val="3C4043"/>
                </a:solidFill>
                <a:effectLst/>
                <a:latin typeface="Roboto" panose="02000000000000000000" pitchFamily="2" charset="0"/>
              </a:rPr>
              <a:t>نظام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SA" sz="1600" b="0" i="0" dirty="0">
                <a:solidFill>
                  <a:srgbClr val="3C4043"/>
                </a:solidFill>
                <a:effectLst/>
                <a:latin typeface="Roboto" panose="02000000000000000000" pitchFamily="2" charset="0"/>
              </a:rPr>
              <a:t>نظام التلفزيون المركزي</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 نظام الاتصال الداخلي</a:t>
            </a:r>
          </a:p>
        </p:txBody>
      </p:sp>
      <p:pic>
        <p:nvPicPr>
          <p:cNvPr id="16" name="Picture 15">
            <a:extLst>
              <a:ext uri="{FF2B5EF4-FFF2-40B4-BE49-F238E27FC236}">
                <a16:creationId xmlns:a16="http://schemas.microsoft.com/office/drawing/2014/main" id="{AD4D7821-7987-D9E4-EE30-B3087B86BA81}"/>
              </a:ext>
            </a:extLst>
          </p:cNvPr>
          <p:cNvPicPr>
            <a:picLocks/>
          </p:cNvPicPr>
          <p:nvPr/>
        </p:nvPicPr>
        <p:blipFill>
          <a:blip r:embed="rId2"/>
          <a:stretch>
            <a:fillRect/>
          </a:stretch>
        </p:blipFill>
        <p:spPr>
          <a:xfrm>
            <a:off x="9531350" y="3382963"/>
            <a:ext cx="2660650" cy="3475037"/>
          </a:xfrm>
          <a:prstGeom prst="rect">
            <a:avLst/>
          </a:prstGeom>
        </p:spPr>
      </p:pic>
      <p:pic>
        <p:nvPicPr>
          <p:cNvPr id="17" name="Picture 16">
            <a:extLst>
              <a:ext uri="{FF2B5EF4-FFF2-40B4-BE49-F238E27FC236}">
                <a16:creationId xmlns:a16="http://schemas.microsoft.com/office/drawing/2014/main" id="{EB1AD536-0257-4272-5092-F4D450F6C3E9}"/>
              </a:ext>
            </a:extLst>
          </p:cNvPr>
          <p:cNvPicPr>
            <a:picLocks/>
          </p:cNvPicPr>
          <p:nvPr/>
        </p:nvPicPr>
        <p:blipFill>
          <a:blip r:embed="rId3"/>
          <a:stretch>
            <a:fillRect/>
          </a:stretch>
        </p:blipFill>
        <p:spPr>
          <a:xfrm>
            <a:off x="9531350" y="1"/>
            <a:ext cx="2660649" cy="3382962"/>
          </a:xfrm>
          <a:prstGeom prst="rect">
            <a:avLst/>
          </a:prstGeom>
        </p:spPr>
      </p:pic>
    </p:spTree>
    <p:extLst>
      <p:ext uri="{BB962C8B-B14F-4D97-AF65-F5344CB8AC3E}">
        <p14:creationId xmlns:p14="http://schemas.microsoft.com/office/powerpoint/2010/main" val="3288038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7EFC7-2A09-AA50-9F67-329AB2BEA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69DB5-98FB-8F0B-5CE2-170AFC6AB246}"/>
              </a:ext>
            </a:extLst>
          </p:cNvPr>
          <p:cNvSpPr>
            <a:spLocks noGrp="1"/>
          </p:cNvSpPr>
          <p:nvPr>
            <p:ph type="title"/>
          </p:nvPr>
        </p:nvSpPr>
        <p:spPr>
          <a:xfrm>
            <a:off x="680485" y="675167"/>
            <a:ext cx="3761862" cy="950433"/>
          </a:xfrm>
        </p:spPr>
        <p:txBody>
          <a:bodyPr anchor="t">
            <a:normAutofit/>
          </a:bodyPr>
          <a:lstStyle/>
          <a:p>
            <a:r>
              <a:rPr lang="en-GB" sz="2400" b="1" dirty="0"/>
              <a:t>Mechanical Works</a:t>
            </a:r>
            <a:endParaRPr lang="ar-SA" sz="2400" b="1" dirty="0"/>
          </a:p>
        </p:txBody>
      </p:sp>
      <p:sp>
        <p:nvSpPr>
          <p:cNvPr id="5" name="Content Placeholder 4">
            <a:extLst>
              <a:ext uri="{FF2B5EF4-FFF2-40B4-BE49-F238E27FC236}">
                <a16:creationId xmlns:a16="http://schemas.microsoft.com/office/drawing/2014/main" id="{CEEC2F7D-C356-3965-0DFF-FBD4F698C8F9}"/>
              </a:ext>
            </a:extLst>
          </p:cNvPr>
          <p:cNvSpPr>
            <a:spLocks noGrp="1"/>
          </p:cNvSpPr>
          <p:nvPr>
            <p:ph idx="1"/>
          </p:nvPr>
        </p:nvSpPr>
        <p:spPr>
          <a:xfrm>
            <a:off x="680485" y="1473200"/>
            <a:ext cx="3794512" cy="4619290"/>
          </a:xfrm>
        </p:spPr>
        <p:txBody>
          <a:bodyPr anchor="ctr">
            <a:normAutofit/>
          </a:bodyPr>
          <a:lstStyle/>
          <a:p>
            <a:pPr rtl="0">
              <a:lnSpc>
                <a:spcPct val="90000"/>
              </a:lnSpc>
              <a:buFont typeface="+mj-lt"/>
              <a:buAutoNum type="arabicPeriod"/>
            </a:pPr>
            <a:r>
              <a:rPr lang="en-GB" sz="2000" dirty="0"/>
              <a:t>Chillers / Package Units</a:t>
            </a:r>
          </a:p>
          <a:p>
            <a:pPr rtl="0">
              <a:lnSpc>
                <a:spcPct val="90000"/>
              </a:lnSpc>
              <a:buFont typeface="+mj-lt"/>
              <a:buAutoNum type="arabicPeriod"/>
            </a:pPr>
            <a:r>
              <a:rPr lang="en-GB" sz="2000" dirty="0"/>
              <a:t>FCU / AHU </a:t>
            </a:r>
            <a:endParaRPr lang="ar-SA" sz="2000" dirty="0"/>
          </a:p>
          <a:p>
            <a:pPr rtl="0">
              <a:lnSpc>
                <a:spcPct val="90000"/>
              </a:lnSpc>
              <a:buFont typeface="+mj-lt"/>
              <a:buAutoNum type="arabicPeriod"/>
            </a:pPr>
            <a:r>
              <a:rPr lang="en-GB" sz="2000" dirty="0"/>
              <a:t> Duct Works / Grills etc..</a:t>
            </a:r>
            <a:endParaRPr lang="ar-SA" sz="2000" dirty="0"/>
          </a:p>
          <a:p>
            <a:pPr rtl="0">
              <a:lnSpc>
                <a:spcPct val="90000"/>
              </a:lnSpc>
              <a:buFont typeface="+mj-lt"/>
              <a:buAutoNum type="arabicPeriod"/>
            </a:pPr>
            <a:r>
              <a:rPr lang="en-GB" sz="2000" dirty="0"/>
              <a:t>Cold / Hot Water Pipes</a:t>
            </a:r>
            <a:endParaRPr lang="ar-SA" sz="2000" dirty="0"/>
          </a:p>
          <a:p>
            <a:pPr rtl="0">
              <a:lnSpc>
                <a:spcPct val="90000"/>
              </a:lnSpc>
              <a:buFont typeface="+mj-lt"/>
              <a:buAutoNum type="arabicPeriod"/>
            </a:pPr>
            <a:endParaRPr lang="ar-SA" sz="2000" dirty="0"/>
          </a:p>
        </p:txBody>
      </p:sp>
      <p:sp>
        <p:nvSpPr>
          <p:cNvPr id="6" name="Date Placeholder 5">
            <a:extLst>
              <a:ext uri="{FF2B5EF4-FFF2-40B4-BE49-F238E27FC236}">
                <a16:creationId xmlns:a16="http://schemas.microsoft.com/office/drawing/2014/main" id="{8F71B695-BF9A-9E08-4A42-7596A415FF25}"/>
              </a:ext>
            </a:extLst>
          </p:cNvPr>
          <p:cNvSpPr>
            <a:spLocks noGrp="1"/>
          </p:cNvSpPr>
          <p:nvPr>
            <p:ph type="dt" sz="half" idx="10"/>
          </p:nvPr>
        </p:nvSpPr>
        <p:spPr>
          <a:xfrm>
            <a:off x="7337102" y="6398878"/>
            <a:ext cx="4193908" cy="365125"/>
          </a:xfrm>
        </p:spPr>
        <p:txBody>
          <a:bodyPr anchor="ctr">
            <a:normAutofit/>
          </a:bodyPr>
          <a:lstStyle/>
          <a:p>
            <a:pPr rtl="0">
              <a:spcAft>
                <a:spcPts val="600"/>
              </a:spcAft>
            </a:pPr>
            <a:r>
              <a:rPr lang="en-GB"/>
              <a:t>2/7/20XX</a:t>
            </a:r>
          </a:p>
        </p:txBody>
      </p:sp>
      <p:sp>
        <p:nvSpPr>
          <p:cNvPr id="7" name="Slide Number Placeholder 6">
            <a:extLst>
              <a:ext uri="{FF2B5EF4-FFF2-40B4-BE49-F238E27FC236}">
                <a16:creationId xmlns:a16="http://schemas.microsoft.com/office/drawing/2014/main" id="{4C51E8E2-2C6B-DA5D-6D6F-EFA664F769F4}"/>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12</a:t>
            </a:fld>
            <a:endParaRPr lang="en-GB"/>
          </a:p>
        </p:txBody>
      </p:sp>
      <p:sp>
        <p:nvSpPr>
          <p:cNvPr id="9" name="Title 1">
            <a:extLst>
              <a:ext uri="{FF2B5EF4-FFF2-40B4-BE49-F238E27FC236}">
                <a16:creationId xmlns:a16="http://schemas.microsoft.com/office/drawing/2014/main" id="{14E6ED6B-ECD4-034C-D27B-CC0499978B27}"/>
              </a:ext>
            </a:extLst>
          </p:cNvPr>
          <p:cNvSpPr txBox="1">
            <a:spLocks/>
          </p:cNvSpPr>
          <p:nvPr/>
        </p:nvSpPr>
        <p:spPr>
          <a:xfrm>
            <a:off x="5366785" y="706917"/>
            <a:ext cx="3761862" cy="9504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AE" sz="2400" b="1" dirty="0">
                <a:solidFill>
                  <a:srgbClr val="3C4043"/>
                </a:solidFill>
                <a:effectLst/>
                <a:latin typeface="Roboto" panose="02000000000000000000" pitchFamily="2" charset="0"/>
              </a:rPr>
              <a:t>الأعمال الميكانيكية</a:t>
            </a:r>
            <a:endParaRPr lang="ar-SA" sz="2400" b="1" dirty="0">
              <a:solidFill>
                <a:srgbClr val="3C4043"/>
              </a:solidFill>
              <a:effectLst/>
              <a:latin typeface="Roboto" panose="02000000000000000000" pitchFamily="2" charset="0"/>
            </a:endParaRPr>
          </a:p>
        </p:txBody>
      </p:sp>
      <p:sp>
        <p:nvSpPr>
          <p:cNvPr id="10" name="Content Placeholder 4">
            <a:extLst>
              <a:ext uri="{FF2B5EF4-FFF2-40B4-BE49-F238E27FC236}">
                <a16:creationId xmlns:a16="http://schemas.microsoft.com/office/drawing/2014/main" id="{77DB5BDE-A123-322C-C230-063717A4D492}"/>
              </a:ext>
            </a:extLst>
          </p:cNvPr>
          <p:cNvSpPr txBox="1">
            <a:spLocks/>
          </p:cNvSpPr>
          <p:nvPr/>
        </p:nvSpPr>
        <p:spPr>
          <a:xfrm>
            <a:off x="5366785" y="1191636"/>
            <a:ext cx="3794512" cy="50415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r" rtl="1">
              <a:lnSpc>
                <a:spcPts val="2100"/>
              </a:lnSpc>
              <a:buFont typeface="+mj-lt"/>
              <a:buAutoNum type="arabicPeriod"/>
            </a:pPr>
            <a:r>
              <a:rPr lang="ar-AE" sz="2000" b="0" i="0" dirty="0">
                <a:solidFill>
                  <a:srgbClr val="3C4043"/>
                </a:solidFill>
                <a:effectLst/>
                <a:latin typeface="Roboto" panose="02000000000000000000" pitchFamily="2" charset="0"/>
              </a:rPr>
              <a:t>وحدات التبريد / وحدات التغليف</a:t>
            </a:r>
            <a:endParaRPr lang="en-GB" sz="20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2000" b="0" i="0" dirty="0">
                <a:solidFill>
                  <a:srgbClr val="3C4043"/>
                </a:solidFill>
                <a:effectLst/>
                <a:latin typeface="Roboto" panose="02000000000000000000" pitchFamily="2" charset="0"/>
              </a:rPr>
              <a:t>وحدات معالجة الهواء </a:t>
            </a:r>
            <a:r>
              <a:rPr lang="ar-SA" sz="2000" b="0" i="0" dirty="0">
                <a:solidFill>
                  <a:srgbClr val="3C4043"/>
                </a:solidFill>
                <a:effectLst/>
                <a:latin typeface="Roboto" panose="02000000000000000000" pitchFamily="2" charset="0"/>
              </a:rPr>
              <a:t>بارد / ساخن</a:t>
            </a:r>
            <a:endParaRPr lang="en-GB" sz="20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2000" b="0" i="0" dirty="0">
                <a:solidFill>
                  <a:srgbClr val="3C4043"/>
                </a:solidFill>
                <a:effectLst/>
                <a:latin typeface="Roboto" panose="02000000000000000000" pitchFamily="2" charset="0"/>
              </a:rPr>
              <a:t>قنوات </a:t>
            </a:r>
            <a:r>
              <a:rPr lang="ar-SA" sz="2000" dirty="0">
                <a:solidFill>
                  <a:srgbClr val="3C4043"/>
                </a:solidFill>
                <a:latin typeface="Roboto" panose="02000000000000000000" pitchFamily="2" charset="0"/>
              </a:rPr>
              <a:t>الهواء</a:t>
            </a:r>
            <a:r>
              <a:rPr lang="ar-AE" sz="2000" b="0" i="0" dirty="0">
                <a:solidFill>
                  <a:srgbClr val="3C4043"/>
                </a:solidFill>
                <a:effectLst/>
                <a:latin typeface="Roboto" panose="02000000000000000000" pitchFamily="2" charset="0"/>
              </a:rPr>
              <a:t> / الشوايات وما إلى ذلك. </a:t>
            </a:r>
            <a:endParaRPr lang="en-GB" sz="20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2000" b="0" i="0" dirty="0">
                <a:solidFill>
                  <a:srgbClr val="3C4043"/>
                </a:solidFill>
                <a:effectLst/>
                <a:latin typeface="Roboto" panose="02000000000000000000" pitchFamily="2" charset="0"/>
              </a:rPr>
              <a:t>أنابيب المياه الباردة / الساخنة </a:t>
            </a:r>
            <a:endParaRPr lang="ar-SA" sz="2000" b="0" i="0" dirty="0">
              <a:solidFill>
                <a:srgbClr val="3C4043"/>
              </a:solidFill>
              <a:effectLst/>
              <a:latin typeface="Roboto" panose="02000000000000000000" pitchFamily="2" charset="0"/>
            </a:endParaRPr>
          </a:p>
        </p:txBody>
      </p:sp>
      <p:pic>
        <p:nvPicPr>
          <p:cNvPr id="19" name="Picture 18">
            <a:extLst>
              <a:ext uri="{FF2B5EF4-FFF2-40B4-BE49-F238E27FC236}">
                <a16:creationId xmlns:a16="http://schemas.microsoft.com/office/drawing/2014/main" id="{FC39D13B-05AB-992D-DEE1-1698141BE60A}"/>
              </a:ext>
            </a:extLst>
          </p:cNvPr>
          <p:cNvPicPr>
            <a:picLocks/>
          </p:cNvPicPr>
          <p:nvPr/>
        </p:nvPicPr>
        <p:blipFill>
          <a:blip r:embed="rId2"/>
          <a:stretch>
            <a:fillRect/>
          </a:stretch>
        </p:blipFill>
        <p:spPr>
          <a:xfrm>
            <a:off x="9531350" y="3382963"/>
            <a:ext cx="2660650" cy="3475037"/>
          </a:xfrm>
          <a:prstGeom prst="rect">
            <a:avLst/>
          </a:prstGeom>
        </p:spPr>
      </p:pic>
      <p:pic>
        <p:nvPicPr>
          <p:cNvPr id="20" name="Picture 19">
            <a:extLst>
              <a:ext uri="{FF2B5EF4-FFF2-40B4-BE49-F238E27FC236}">
                <a16:creationId xmlns:a16="http://schemas.microsoft.com/office/drawing/2014/main" id="{3C2A98BE-6FD4-BF82-C182-5376EF037AF7}"/>
              </a:ext>
            </a:extLst>
          </p:cNvPr>
          <p:cNvPicPr>
            <a:picLocks/>
          </p:cNvPicPr>
          <p:nvPr/>
        </p:nvPicPr>
        <p:blipFill>
          <a:blip r:embed="rId3"/>
          <a:stretch>
            <a:fillRect/>
          </a:stretch>
        </p:blipFill>
        <p:spPr>
          <a:xfrm>
            <a:off x="9531350" y="1"/>
            <a:ext cx="2660649" cy="3382962"/>
          </a:xfrm>
          <a:prstGeom prst="rect">
            <a:avLst/>
          </a:prstGeom>
        </p:spPr>
      </p:pic>
    </p:spTree>
    <p:extLst>
      <p:ext uri="{BB962C8B-B14F-4D97-AF65-F5344CB8AC3E}">
        <p14:creationId xmlns:p14="http://schemas.microsoft.com/office/powerpoint/2010/main" val="418006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643E0-E0AC-C643-9D9A-FBF6E6C26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1718B-6ADE-81DB-A516-2DA09CA8F914}"/>
              </a:ext>
            </a:extLst>
          </p:cNvPr>
          <p:cNvSpPr>
            <a:spLocks noGrp="1"/>
          </p:cNvSpPr>
          <p:nvPr>
            <p:ph type="title"/>
          </p:nvPr>
        </p:nvSpPr>
        <p:spPr>
          <a:xfrm>
            <a:off x="680485" y="675167"/>
            <a:ext cx="3761862" cy="950433"/>
          </a:xfrm>
        </p:spPr>
        <p:txBody>
          <a:bodyPr anchor="t">
            <a:normAutofit/>
          </a:bodyPr>
          <a:lstStyle/>
          <a:p>
            <a:r>
              <a:rPr lang="en-GB" sz="2400" b="1" dirty="0"/>
              <a:t>Plumbing Works</a:t>
            </a:r>
            <a:endParaRPr lang="ar-SA" sz="2400" b="1" dirty="0"/>
          </a:p>
        </p:txBody>
      </p:sp>
      <p:sp>
        <p:nvSpPr>
          <p:cNvPr id="5" name="Content Placeholder 4">
            <a:extLst>
              <a:ext uri="{FF2B5EF4-FFF2-40B4-BE49-F238E27FC236}">
                <a16:creationId xmlns:a16="http://schemas.microsoft.com/office/drawing/2014/main" id="{F79222E8-7687-48C7-E757-F94752FE8355}"/>
              </a:ext>
            </a:extLst>
          </p:cNvPr>
          <p:cNvSpPr>
            <a:spLocks noGrp="1"/>
          </p:cNvSpPr>
          <p:nvPr>
            <p:ph idx="1"/>
          </p:nvPr>
        </p:nvSpPr>
        <p:spPr>
          <a:xfrm>
            <a:off x="680485" y="1473200"/>
            <a:ext cx="3794512" cy="4619290"/>
          </a:xfrm>
        </p:spPr>
        <p:txBody>
          <a:bodyPr anchor="ctr">
            <a:normAutofit/>
          </a:bodyPr>
          <a:lstStyle/>
          <a:p>
            <a:pPr rtl="0">
              <a:lnSpc>
                <a:spcPct val="90000"/>
              </a:lnSpc>
              <a:buFont typeface="+mj-lt"/>
              <a:buAutoNum type="arabicPeriod"/>
            </a:pPr>
            <a:r>
              <a:rPr lang="en-GB" sz="1600" dirty="0"/>
              <a:t>Sanitary Fixtures</a:t>
            </a:r>
            <a:endParaRPr lang="ar-SA" sz="1600" dirty="0"/>
          </a:p>
          <a:p>
            <a:pPr rtl="0">
              <a:lnSpc>
                <a:spcPct val="90000"/>
              </a:lnSpc>
              <a:buFont typeface="+mj-lt"/>
              <a:buAutoNum type="arabicPeriod"/>
            </a:pPr>
            <a:r>
              <a:rPr lang="en-GB" sz="1600" dirty="0"/>
              <a:t>Cold / Hot Water Pipes</a:t>
            </a:r>
            <a:endParaRPr lang="ar-SA" sz="1600" dirty="0"/>
          </a:p>
          <a:p>
            <a:pPr rtl="0">
              <a:lnSpc>
                <a:spcPct val="90000"/>
              </a:lnSpc>
              <a:buFont typeface="+mj-lt"/>
              <a:buAutoNum type="arabicPeriod"/>
            </a:pPr>
            <a:r>
              <a:rPr lang="en-GB" sz="1600" dirty="0"/>
              <a:t> </a:t>
            </a:r>
            <a:r>
              <a:rPr lang="fr-FR" sz="1600" dirty="0"/>
              <a:t>Water </a:t>
            </a:r>
            <a:r>
              <a:rPr lang="fr-FR" sz="1600" dirty="0" err="1"/>
              <a:t>pump</a:t>
            </a:r>
            <a:r>
              <a:rPr lang="fr-FR" sz="1600" dirty="0"/>
              <a:t> / Submersible </a:t>
            </a:r>
            <a:r>
              <a:rPr lang="fr-FR" sz="1600" dirty="0" err="1"/>
              <a:t>pump</a:t>
            </a:r>
            <a:r>
              <a:rPr lang="fr-FR" sz="1600" dirty="0"/>
              <a:t> etc..</a:t>
            </a:r>
            <a:endParaRPr lang="ar-SA" sz="1600" dirty="0"/>
          </a:p>
          <a:p>
            <a:pPr rtl="0">
              <a:lnSpc>
                <a:spcPct val="90000"/>
              </a:lnSpc>
              <a:buFont typeface="+mj-lt"/>
              <a:buAutoNum type="arabicPeriod"/>
            </a:pPr>
            <a:r>
              <a:rPr lang="en-GB" sz="1600" dirty="0"/>
              <a:t>Sewage Pipes etc</a:t>
            </a:r>
          </a:p>
          <a:p>
            <a:pPr rtl="0">
              <a:lnSpc>
                <a:spcPct val="90000"/>
              </a:lnSpc>
              <a:buFont typeface="+mj-lt"/>
              <a:buAutoNum type="arabicPeriod"/>
            </a:pPr>
            <a:r>
              <a:rPr lang="en-GB" sz="1600" dirty="0"/>
              <a:t>Fire Fighting Pipes / Pumps etc.</a:t>
            </a:r>
            <a:endParaRPr lang="ar-SA" sz="1600" dirty="0"/>
          </a:p>
          <a:p>
            <a:pPr rtl="0">
              <a:lnSpc>
                <a:spcPct val="90000"/>
              </a:lnSpc>
              <a:buFont typeface="+mj-lt"/>
              <a:buAutoNum type="arabicPeriod"/>
            </a:pPr>
            <a:r>
              <a:rPr lang="en-GB" sz="1600" dirty="0"/>
              <a:t>Valves / insulation / Fittings / Fire Hose Cabinet / Sprinklers etc..</a:t>
            </a:r>
            <a:endParaRPr lang="ar-SA" sz="1600" dirty="0"/>
          </a:p>
        </p:txBody>
      </p:sp>
      <p:sp>
        <p:nvSpPr>
          <p:cNvPr id="6" name="Date Placeholder 5">
            <a:extLst>
              <a:ext uri="{FF2B5EF4-FFF2-40B4-BE49-F238E27FC236}">
                <a16:creationId xmlns:a16="http://schemas.microsoft.com/office/drawing/2014/main" id="{B6C3567D-1140-8DA0-9198-2B23BD2FA82B}"/>
              </a:ext>
            </a:extLst>
          </p:cNvPr>
          <p:cNvSpPr>
            <a:spLocks noGrp="1"/>
          </p:cNvSpPr>
          <p:nvPr>
            <p:ph type="dt" sz="half" idx="10"/>
          </p:nvPr>
        </p:nvSpPr>
        <p:spPr>
          <a:xfrm>
            <a:off x="7337102" y="6398878"/>
            <a:ext cx="4193908" cy="365125"/>
          </a:xfrm>
        </p:spPr>
        <p:txBody>
          <a:bodyPr anchor="ctr">
            <a:normAutofit/>
          </a:bodyPr>
          <a:lstStyle/>
          <a:p>
            <a:pPr rtl="0">
              <a:spcAft>
                <a:spcPts val="600"/>
              </a:spcAft>
            </a:pPr>
            <a:r>
              <a:rPr lang="en-GB"/>
              <a:t>2/7/20XX</a:t>
            </a:r>
          </a:p>
        </p:txBody>
      </p:sp>
      <p:sp>
        <p:nvSpPr>
          <p:cNvPr id="7" name="Slide Number Placeholder 6">
            <a:extLst>
              <a:ext uri="{FF2B5EF4-FFF2-40B4-BE49-F238E27FC236}">
                <a16:creationId xmlns:a16="http://schemas.microsoft.com/office/drawing/2014/main" id="{7C2E4390-E9B0-1CF2-370C-968D1DE26A31}"/>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13</a:t>
            </a:fld>
            <a:endParaRPr lang="en-GB"/>
          </a:p>
        </p:txBody>
      </p:sp>
      <p:sp>
        <p:nvSpPr>
          <p:cNvPr id="9" name="Title 1">
            <a:extLst>
              <a:ext uri="{FF2B5EF4-FFF2-40B4-BE49-F238E27FC236}">
                <a16:creationId xmlns:a16="http://schemas.microsoft.com/office/drawing/2014/main" id="{D2F1289E-2B90-234C-5C90-A6643BEA0130}"/>
              </a:ext>
            </a:extLst>
          </p:cNvPr>
          <p:cNvSpPr txBox="1">
            <a:spLocks/>
          </p:cNvSpPr>
          <p:nvPr/>
        </p:nvSpPr>
        <p:spPr>
          <a:xfrm>
            <a:off x="5366785" y="706917"/>
            <a:ext cx="3761862" cy="9504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AE" sz="2400" b="1" dirty="0">
                <a:solidFill>
                  <a:srgbClr val="3C4043"/>
                </a:solidFill>
                <a:effectLst/>
                <a:latin typeface="Roboto" panose="02000000000000000000" pitchFamily="2" charset="0"/>
              </a:rPr>
              <a:t>أعمال السباكة</a:t>
            </a:r>
            <a:endParaRPr lang="ar-SA" sz="2400" b="1" dirty="0">
              <a:solidFill>
                <a:srgbClr val="3C4043"/>
              </a:solidFill>
              <a:effectLst/>
              <a:latin typeface="Roboto" panose="02000000000000000000" pitchFamily="2" charset="0"/>
            </a:endParaRPr>
          </a:p>
        </p:txBody>
      </p:sp>
      <p:sp>
        <p:nvSpPr>
          <p:cNvPr id="10" name="Content Placeholder 4">
            <a:extLst>
              <a:ext uri="{FF2B5EF4-FFF2-40B4-BE49-F238E27FC236}">
                <a16:creationId xmlns:a16="http://schemas.microsoft.com/office/drawing/2014/main" id="{87D1AD38-8EEE-0E88-FD34-87800BBC1D14}"/>
              </a:ext>
            </a:extLst>
          </p:cNvPr>
          <p:cNvSpPr txBox="1">
            <a:spLocks/>
          </p:cNvSpPr>
          <p:nvPr/>
        </p:nvSpPr>
        <p:spPr>
          <a:xfrm>
            <a:off x="5366785" y="1191636"/>
            <a:ext cx="3794512" cy="50415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التركيبات الصحية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أنابيب المياه الباردة / الساخنة </a:t>
            </a:r>
            <a:endParaRPr lang="ar-SA"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مضخات المياه / المضخات الغاطسة وما إلى ذلك.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أنابيب الصرف الصحي وما إلى ذلك.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أنابيب / مضخات مكافحة الحرائق وما إلى ذلك.</a:t>
            </a:r>
            <a:endParaRPr lang="ar-SA"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الصمامات / العزل / التجهيزات / خراطيم إطفاء الحرائق الخزانات / الرشاشات وما إلى ذلك.</a:t>
            </a:r>
          </a:p>
        </p:txBody>
      </p:sp>
      <p:pic>
        <p:nvPicPr>
          <p:cNvPr id="8" name="Picture 7">
            <a:extLst>
              <a:ext uri="{FF2B5EF4-FFF2-40B4-BE49-F238E27FC236}">
                <a16:creationId xmlns:a16="http://schemas.microsoft.com/office/drawing/2014/main" id="{39A8F948-2F9F-056F-EB78-7BD8B0ACD836}"/>
              </a:ext>
            </a:extLst>
          </p:cNvPr>
          <p:cNvPicPr>
            <a:picLocks/>
          </p:cNvPicPr>
          <p:nvPr/>
        </p:nvPicPr>
        <p:blipFill>
          <a:blip r:embed="rId2"/>
          <a:stretch>
            <a:fillRect/>
          </a:stretch>
        </p:blipFill>
        <p:spPr>
          <a:xfrm>
            <a:off x="9531350" y="1"/>
            <a:ext cx="2660649" cy="3382962"/>
          </a:xfrm>
          <a:prstGeom prst="rect">
            <a:avLst/>
          </a:prstGeom>
        </p:spPr>
      </p:pic>
      <p:pic>
        <p:nvPicPr>
          <p:cNvPr id="11" name="Picture 10">
            <a:extLst>
              <a:ext uri="{FF2B5EF4-FFF2-40B4-BE49-F238E27FC236}">
                <a16:creationId xmlns:a16="http://schemas.microsoft.com/office/drawing/2014/main" id="{A11A1781-AE16-287B-BB3D-04B52CFFB366}"/>
              </a:ext>
            </a:extLst>
          </p:cNvPr>
          <p:cNvPicPr>
            <a:picLocks/>
          </p:cNvPicPr>
          <p:nvPr/>
        </p:nvPicPr>
        <p:blipFill>
          <a:blip r:embed="rId3"/>
          <a:stretch>
            <a:fillRect/>
          </a:stretch>
        </p:blipFill>
        <p:spPr>
          <a:xfrm>
            <a:off x="9531350" y="3382963"/>
            <a:ext cx="2660650" cy="3475037"/>
          </a:xfrm>
          <a:prstGeom prst="rect">
            <a:avLst/>
          </a:prstGeom>
        </p:spPr>
      </p:pic>
    </p:spTree>
    <p:extLst>
      <p:ext uri="{BB962C8B-B14F-4D97-AF65-F5344CB8AC3E}">
        <p14:creationId xmlns:p14="http://schemas.microsoft.com/office/powerpoint/2010/main" val="1122057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46843-7307-4E9D-4C76-8DE6131D9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F7281-5F1E-1BD3-5813-7F9DC1444FF7}"/>
              </a:ext>
            </a:extLst>
          </p:cNvPr>
          <p:cNvSpPr>
            <a:spLocks noGrp="1"/>
          </p:cNvSpPr>
          <p:nvPr>
            <p:ph type="title"/>
          </p:nvPr>
        </p:nvSpPr>
        <p:spPr>
          <a:xfrm>
            <a:off x="680485" y="675167"/>
            <a:ext cx="3761862" cy="950433"/>
          </a:xfrm>
        </p:spPr>
        <p:txBody>
          <a:bodyPr anchor="t">
            <a:normAutofit/>
          </a:bodyPr>
          <a:lstStyle/>
          <a:p>
            <a:r>
              <a:rPr lang="en-GB" sz="2000" dirty="0"/>
              <a:t>Maintain facilities </a:t>
            </a:r>
          </a:p>
        </p:txBody>
      </p:sp>
      <p:sp>
        <p:nvSpPr>
          <p:cNvPr id="5" name="Content Placeholder 4">
            <a:extLst>
              <a:ext uri="{FF2B5EF4-FFF2-40B4-BE49-F238E27FC236}">
                <a16:creationId xmlns:a16="http://schemas.microsoft.com/office/drawing/2014/main" id="{F383AD70-4302-81DF-C6A9-7EA40968C4DF}"/>
              </a:ext>
            </a:extLst>
          </p:cNvPr>
          <p:cNvSpPr>
            <a:spLocks noGrp="1"/>
          </p:cNvSpPr>
          <p:nvPr>
            <p:ph idx="1"/>
          </p:nvPr>
        </p:nvSpPr>
        <p:spPr>
          <a:xfrm>
            <a:off x="680485" y="1473200"/>
            <a:ext cx="3794512" cy="4619290"/>
          </a:xfrm>
        </p:spPr>
        <p:txBody>
          <a:bodyPr anchor="ctr">
            <a:normAutofit/>
          </a:bodyPr>
          <a:lstStyle/>
          <a:p>
            <a:pPr rtl="0">
              <a:lnSpc>
                <a:spcPct val="90000"/>
              </a:lnSpc>
              <a:buFont typeface="+mj-lt"/>
              <a:buAutoNum type="arabicPeriod"/>
            </a:pPr>
            <a:r>
              <a:rPr lang="en-GB" sz="1600" b="0" i="0" dirty="0">
                <a:solidFill>
                  <a:srgbClr val="3C4043"/>
                </a:solidFill>
                <a:effectLst/>
                <a:latin typeface="Roboto" panose="02000000000000000000" pitchFamily="2" charset="0"/>
              </a:rPr>
              <a:t>Maintenance of buildings</a:t>
            </a:r>
            <a:endParaRPr lang="ar-SA" sz="1600" b="0" i="0" dirty="0">
              <a:solidFill>
                <a:srgbClr val="3C4043"/>
              </a:solidFill>
              <a:effectLst/>
              <a:latin typeface="Roboto" panose="02000000000000000000" pitchFamily="2" charset="0"/>
            </a:endParaRPr>
          </a:p>
          <a:p>
            <a:pPr rtl="0">
              <a:lnSpc>
                <a:spcPct val="90000"/>
              </a:lnSpc>
              <a:buFont typeface="+mj-lt"/>
              <a:buAutoNum type="arabicPeriod"/>
            </a:pPr>
            <a:r>
              <a:rPr lang="en-GB" sz="1600" b="0" i="0" dirty="0">
                <a:solidFill>
                  <a:srgbClr val="3C4043"/>
                </a:solidFill>
                <a:effectLst/>
                <a:latin typeface="Roboto" panose="02000000000000000000" pitchFamily="2" charset="0"/>
              </a:rPr>
              <a:t> Maintenance of interior decoration </a:t>
            </a:r>
            <a:endParaRPr lang="ar-SA" sz="1600" b="0" i="0" dirty="0">
              <a:solidFill>
                <a:srgbClr val="3C4043"/>
              </a:solidFill>
              <a:effectLst/>
              <a:latin typeface="Roboto" panose="02000000000000000000" pitchFamily="2" charset="0"/>
            </a:endParaRPr>
          </a:p>
          <a:p>
            <a:pPr rtl="0">
              <a:lnSpc>
                <a:spcPct val="90000"/>
              </a:lnSpc>
              <a:buFont typeface="+mj-lt"/>
              <a:buAutoNum type="arabicPeriod"/>
            </a:pPr>
            <a:r>
              <a:rPr lang="en-GB" sz="1600" b="0" i="0" dirty="0">
                <a:solidFill>
                  <a:srgbClr val="3C4043"/>
                </a:solidFill>
                <a:effectLst/>
                <a:latin typeface="Roboto" panose="02000000000000000000" pitchFamily="2" charset="0"/>
              </a:rPr>
              <a:t>Maintenance of electrical works </a:t>
            </a:r>
            <a:endParaRPr lang="ar-SA" sz="1600" b="0" i="0" dirty="0">
              <a:solidFill>
                <a:srgbClr val="3C4043"/>
              </a:solidFill>
              <a:effectLst/>
              <a:latin typeface="Roboto" panose="02000000000000000000" pitchFamily="2" charset="0"/>
            </a:endParaRPr>
          </a:p>
          <a:p>
            <a:pPr rtl="0">
              <a:lnSpc>
                <a:spcPct val="90000"/>
              </a:lnSpc>
              <a:buFont typeface="+mj-lt"/>
              <a:buAutoNum type="arabicPeriod"/>
            </a:pPr>
            <a:r>
              <a:rPr lang="en-GB" sz="1600" b="0" i="0" dirty="0">
                <a:solidFill>
                  <a:srgbClr val="3C4043"/>
                </a:solidFill>
                <a:effectLst/>
                <a:latin typeface="Roboto" panose="02000000000000000000" pitchFamily="2" charset="0"/>
              </a:rPr>
              <a:t>Maintenance of low-voltage systems</a:t>
            </a:r>
            <a:endParaRPr lang="ar-SA" sz="1600" b="0" i="0" dirty="0">
              <a:solidFill>
                <a:srgbClr val="3C4043"/>
              </a:solidFill>
              <a:effectLst/>
              <a:latin typeface="Roboto" panose="02000000000000000000" pitchFamily="2" charset="0"/>
            </a:endParaRPr>
          </a:p>
          <a:p>
            <a:pPr rtl="0">
              <a:lnSpc>
                <a:spcPct val="90000"/>
              </a:lnSpc>
              <a:buFont typeface="+mj-lt"/>
              <a:buAutoNum type="arabicPeriod"/>
            </a:pPr>
            <a:r>
              <a:rPr lang="en-GB" sz="1600" b="0" i="0" dirty="0">
                <a:solidFill>
                  <a:srgbClr val="3C4043"/>
                </a:solidFill>
                <a:effectLst/>
                <a:latin typeface="Roboto" panose="02000000000000000000" pitchFamily="2" charset="0"/>
              </a:rPr>
              <a:t> Maintenance of networks and surveillance cameras </a:t>
            </a:r>
            <a:endParaRPr lang="ar-SA" sz="1600" b="0" i="0" dirty="0">
              <a:solidFill>
                <a:srgbClr val="3C4043"/>
              </a:solidFill>
              <a:effectLst/>
              <a:latin typeface="Roboto" panose="02000000000000000000" pitchFamily="2" charset="0"/>
            </a:endParaRPr>
          </a:p>
          <a:p>
            <a:pPr rtl="0">
              <a:lnSpc>
                <a:spcPct val="90000"/>
              </a:lnSpc>
              <a:buFont typeface="+mj-lt"/>
              <a:buAutoNum type="arabicPeriod"/>
            </a:pPr>
            <a:r>
              <a:rPr lang="en-GB" sz="1600" b="0" i="0" dirty="0">
                <a:solidFill>
                  <a:srgbClr val="3C4043"/>
                </a:solidFill>
                <a:effectLst/>
                <a:latin typeface="Roboto" panose="02000000000000000000" pitchFamily="2" charset="0"/>
              </a:rPr>
              <a:t>Maintenance of mechanical works and air conditioning </a:t>
            </a:r>
            <a:endParaRPr lang="ar-SA" sz="1600" b="0" i="0" dirty="0">
              <a:solidFill>
                <a:srgbClr val="3C4043"/>
              </a:solidFill>
              <a:effectLst/>
              <a:latin typeface="Roboto" panose="02000000000000000000" pitchFamily="2" charset="0"/>
            </a:endParaRPr>
          </a:p>
          <a:p>
            <a:pPr rtl="0">
              <a:lnSpc>
                <a:spcPct val="90000"/>
              </a:lnSpc>
              <a:buFont typeface="+mj-lt"/>
              <a:buAutoNum type="arabicPeriod"/>
            </a:pPr>
            <a:r>
              <a:rPr lang="en-GB" sz="1600" b="0" i="0" dirty="0">
                <a:solidFill>
                  <a:srgbClr val="3C4043"/>
                </a:solidFill>
                <a:effectLst/>
                <a:latin typeface="Roboto" panose="02000000000000000000" pitchFamily="2" charset="0"/>
              </a:rPr>
              <a:t>Maintenance of plumbing works</a:t>
            </a:r>
            <a:endParaRPr lang="en-GB" sz="1600" dirty="0"/>
          </a:p>
        </p:txBody>
      </p:sp>
      <p:sp>
        <p:nvSpPr>
          <p:cNvPr id="6" name="Date Placeholder 5">
            <a:extLst>
              <a:ext uri="{FF2B5EF4-FFF2-40B4-BE49-F238E27FC236}">
                <a16:creationId xmlns:a16="http://schemas.microsoft.com/office/drawing/2014/main" id="{6024BD99-02A8-B051-DCAD-CA8D6CFE3217}"/>
              </a:ext>
            </a:extLst>
          </p:cNvPr>
          <p:cNvSpPr>
            <a:spLocks noGrp="1"/>
          </p:cNvSpPr>
          <p:nvPr>
            <p:ph type="dt" sz="half" idx="10"/>
          </p:nvPr>
        </p:nvSpPr>
        <p:spPr>
          <a:xfrm>
            <a:off x="7337102" y="6398878"/>
            <a:ext cx="4193908" cy="365125"/>
          </a:xfrm>
        </p:spPr>
        <p:txBody>
          <a:bodyPr anchor="ctr">
            <a:normAutofit/>
          </a:bodyPr>
          <a:lstStyle/>
          <a:p>
            <a:pPr rtl="0">
              <a:spcAft>
                <a:spcPts val="600"/>
              </a:spcAft>
            </a:pPr>
            <a:r>
              <a:rPr lang="en-GB"/>
              <a:t>2/7/20XX</a:t>
            </a:r>
          </a:p>
        </p:txBody>
      </p:sp>
      <p:sp>
        <p:nvSpPr>
          <p:cNvPr id="7" name="Slide Number Placeholder 6">
            <a:extLst>
              <a:ext uri="{FF2B5EF4-FFF2-40B4-BE49-F238E27FC236}">
                <a16:creationId xmlns:a16="http://schemas.microsoft.com/office/drawing/2014/main" id="{270E1176-A626-C2CE-D521-60643983CD6C}"/>
              </a:ext>
            </a:extLst>
          </p:cNvPr>
          <p:cNvSpPr>
            <a:spLocks noGrp="1"/>
          </p:cNvSpPr>
          <p:nvPr>
            <p:ph type="sldNum" sz="quarter" idx="12"/>
          </p:nvPr>
        </p:nvSpPr>
        <p:spPr>
          <a:xfrm>
            <a:off x="11602477" y="6398878"/>
            <a:ext cx="470887" cy="365125"/>
          </a:xfrm>
        </p:spPr>
        <p:txBody>
          <a:bodyPr anchor="ctr">
            <a:normAutofit/>
          </a:bodyPr>
          <a:lstStyle/>
          <a:p>
            <a:pPr rtl="0">
              <a:spcAft>
                <a:spcPts val="600"/>
              </a:spcAft>
            </a:pPr>
            <a:fld id="{312CC964-A50B-4C29-B4E4-2C30BB34CCF3}" type="slidenum">
              <a:rPr lang="en-GB" smtClean="0"/>
              <a:pPr rtl="0">
                <a:spcAft>
                  <a:spcPts val="600"/>
                </a:spcAft>
              </a:pPr>
              <a:t>14</a:t>
            </a:fld>
            <a:endParaRPr lang="en-GB"/>
          </a:p>
        </p:txBody>
      </p:sp>
      <p:sp>
        <p:nvSpPr>
          <p:cNvPr id="9" name="Title 1">
            <a:extLst>
              <a:ext uri="{FF2B5EF4-FFF2-40B4-BE49-F238E27FC236}">
                <a16:creationId xmlns:a16="http://schemas.microsoft.com/office/drawing/2014/main" id="{9188E0D9-59CC-97E2-4828-E33E96EF304B}"/>
              </a:ext>
            </a:extLst>
          </p:cNvPr>
          <p:cNvSpPr txBox="1">
            <a:spLocks/>
          </p:cNvSpPr>
          <p:nvPr/>
        </p:nvSpPr>
        <p:spPr>
          <a:xfrm>
            <a:off x="5366785" y="706917"/>
            <a:ext cx="3761862" cy="9504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algn="r" rtl="1"/>
            <a:r>
              <a:rPr lang="ar-SA" sz="2400" b="1" dirty="0">
                <a:solidFill>
                  <a:srgbClr val="3C4043"/>
                </a:solidFill>
                <a:latin typeface="Roboto" panose="02000000000000000000" pitchFamily="2" charset="0"/>
              </a:rPr>
              <a:t>الصيانة</a:t>
            </a:r>
            <a:endParaRPr lang="ar-SA" sz="2400" b="1" dirty="0">
              <a:solidFill>
                <a:srgbClr val="3C4043"/>
              </a:solidFill>
              <a:effectLst/>
              <a:latin typeface="Roboto" panose="02000000000000000000" pitchFamily="2" charset="0"/>
            </a:endParaRPr>
          </a:p>
        </p:txBody>
      </p:sp>
      <p:sp>
        <p:nvSpPr>
          <p:cNvPr id="10" name="Content Placeholder 4">
            <a:extLst>
              <a:ext uri="{FF2B5EF4-FFF2-40B4-BE49-F238E27FC236}">
                <a16:creationId xmlns:a16="http://schemas.microsoft.com/office/drawing/2014/main" id="{F56EB8E5-3147-06C1-23CF-9ADDB4BDF120}"/>
              </a:ext>
            </a:extLst>
          </p:cNvPr>
          <p:cNvSpPr txBox="1">
            <a:spLocks/>
          </p:cNvSpPr>
          <p:nvPr/>
        </p:nvSpPr>
        <p:spPr>
          <a:xfrm>
            <a:off x="5366785" y="1191636"/>
            <a:ext cx="3794512" cy="504158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r" rtl="1">
              <a:lnSpc>
                <a:spcPts val="2100"/>
              </a:lnSpc>
              <a:buFont typeface="+mj-lt"/>
              <a:buAutoNum type="arabicPeriod"/>
            </a:pPr>
            <a:r>
              <a:rPr lang="ar-SA" sz="1600" dirty="0">
                <a:solidFill>
                  <a:srgbClr val="3C4043"/>
                </a:solidFill>
                <a:latin typeface="Roboto" panose="02000000000000000000" pitchFamily="2" charset="0"/>
              </a:rPr>
              <a:t>صيانة الواجهات الخارجية للمباني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SA" sz="1600" b="0" i="0" dirty="0">
                <a:solidFill>
                  <a:srgbClr val="3C4043"/>
                </a:solidFill>
                <a:effectLst/>
                <a:latin typeface="Roboto" panose="02000000000000000000" pitchFamily="2" charset="0"/>
              </a:rPr>
              <a:t>صيانة الديكور الداخلي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 </a:t>
            </a:r>
            <a:r>
              <a:rPr lang="ar-SA" sz="1600" b="0" i="0" dirty="0">
                <a:solidFill>
                  <a:srgbClr val="3C4043"/>
                </a:solidFill>
                <a:effectLst/>
                <a:latin typeface="Roboto" panose="02000000000000000000" pitchFamily="2" charset="0"/>
              </a:rPr>
              <a:t>صيانة الأعمال الكهربائية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AE" sz="1600" b="0" i="0" dirty="0">
                <a:solidFill>
                  <a:srgbClr val="3C4043"/>
                </a:solidFill>
                <a:effectLst/>
                <a:latin typeface="Roboto" panose="02000000000000000000" pitchFamily="2" charset="0"/>
              </a:rPr>
              <a:t> </a:t>
            </a:r>
            <a:r>
              <a:rPr lang="ar-SA" sz="1600" b="0" i="0" dirty="0">
                <a:solidFill>
                  <a:srgbClr val="3C4043"/>
                </a:solidFill>
                <a:effectLst/>
                <a:latin typeface="Roboto" panose="02000000000000000000" pitchFamily="2" charset="0"/>
              </a:rPr>
              <a:t>صيانة أنظمة التيار المنخفض</a:t>
            </a:r>
          </a:p>
          <a:p>
            <a:pPr marL="342900" indent="-342900" algn="r" rtl="1">
              <a:lnSpc>
                <a:spcPts val="2100"/>
              </a:lnSpc>
              <a:buFont typeface="+mj-lt"/>
              <a:buAutoNum type="arabicPeriod"/>
            </a:pPr>
            <a:r>
              <a:rPr lang="ar-SA" sz="1600" b="0" i="0" dirty="0">
                <a:solidFill>
                  <a:srgbClr val="3C4043"/>
                </a:solidFill>
                <a:effectLst/>
                <a:latin typeface="Roboto" panose="02000000000000000000" pitchFamily="2" charset="0"/>
              </a:rPr>
              <a:t>صيانة الشبكات و كاميرات المراقبة </a:t>
            </a:r>
          </a:p>
          <a:p>
            <a:pPr marL="342900" indent="-342900" algn="r" rtl="1">
              <a:lnSpc>
                <a:spcPts val="2100"/>
              </a:lnSpc>
              <a:buFont typeface="+mj-lt"/>
              <a:buAutoNum type="arabicPeriod"/>
            </a:pPr>
            <a:r>
              <a:rPr lang="ar-SA" sz="1600" dirty="0">
                <a:solidFill>
                  <a:srgbClr val="3C4043"/>
                </a:solidFill>
                <a:latin typeface="Roboto" panose="02000000000000000000" pitchFamily="2" charset="0"/>
              </a:rPr>
              <a:t>صيانة أعمال الميكانيكية و التكيف </a:t>
            </a:r>
            <a:endParaRPr lang="en-GB" sz="1600" b="0" i="0" dirty="0">
              <a:solidFill>
                <a:srgbClr val="3C4043"/>
              </a:solidFill>
              <a:effectLst/>
              <a:latin typeface="Roboto" panose="02000000000000000000" pitchFamily="2" charset="0"/>
            </a:endParaRPr>
          </a:p>
          <a:p>
            <a:pPr marL="342900" indent="-342900" algn="r" rtl="1">
              <a:lnSpc>
                <a:spcPts val="2100"/>
              </a:lnSpc>
              <a:buFont typeface="+mj-lt"/>
              <a:buAutoNum type="arabicPeriod"/>
            </a:pPr>
            <a:r>
              <a:rPr lang="ar-SA" sz="1600" b="0" i="0" dirty="0">
                <a:solidFill>
                  <a:srgbClr val="3C4043"/>
                </a:solidFill>
                <a:effectLst/>
                <a:latin typeface="Roboto" panose="02000000000000000000" pitchFamily="2" charset="0"/>
              </a:rPr>
              <a:t>صيانة أعمال السباكة</a:t>
            </a:r>
            <a:endParaRPr lang="en-GB" sz="1600" b="0" i="0" dirty="0">
              <a:solidFill>
                <a:srgbClr val="3C4043"/>
              </a:solidFill>
              <a:effectLst/>
              <a:latin typeface="Roboto" panose="02000000000000000000" pitchFamily="2" charset="0"/>
            </a:endParaRPr>
          </a:p>
        </p:txBody>
      </p:sp>
      <p:pic>
        <p:nvPicPr>
          <p:cNvPr id="14" name="Picture 13">
            <a:extLst>
              <a:ext uri="{FF2B5EF4-FFF2-40B4-BE49-F238E27FC236}">
                <a16:creationId xmlns:a16="http://schemas.microsoft.com/office/drawing/2014/main" id="{3924296C-97B6-809A-1DF4-89A77BF75A1A}"/>
              </a:ext>
            </a:extLst>
          </p:cNvPr>
          <p:cNvPicPr>
            <a:picLocks/>
          </p:cNvPicPr>
          <p:nvPr/>
        </p:nvPicPr>
        <p:blipFill>
          <a:blip r:embed="rId2"/>
          <a:stretch>
            <a:fillRect/>
          </a:stretch>
        </p:blipFill>
        <p:spPr>
          <a:xfrm>
            <a:off x="9531350" y="1"/>
            <a:ext cx="2660649" cy="3382962"/>
          </a:xfrm>
          <a:prstGeom prst="rect">
            <a:avLst/>
          </a:prstGeom>
        </p:spPr>
      </p:pic>
    </p:spTree>
    <p:extLst>
      <p:ext uri="{BB962C8B-B14F-4D97-AF65-F5344CB8AC3E}">
        <p14:creationId xmlns:p14="http://schemas.microsoft.com/office/powerpoint/2010/main" val="321940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5FF8487-12CC-455B-BB28-092AAA3E43A4}"/>
              </a:ext>
            </a:extLst>
          </p:cNvPr>
          <p:cNvSpPr>
            <a:spLocks noGrp="1"/>
          </p:cNvSpPr>
          <p:nvPr>
            <p:ph type="title"/>
          </p:nvPr>
        </p:nvSpPr>
        <p:spPr>
          <a:xfrm>
            <a:off x="1143000" y="533401"/>
            <a:ext cx="9906000" cy="1382156"/>
          </a:xfrm>
        </p:spPr>
        <p:txBody>
          <a:bodyPr rtlCol="0" anchor="ctr"/>
          <a:lstStyle/>
          <a:p>
            <a:pPr algn="ctr" rtl="0"/>
            <a:r>
              <a:rPr lang="en-GB" dirty="0"/>
              <a:t>team</a:t>
            </a:r>
          </a:p>
        </p:txBody>
      </p:sp>
      <p:sp>
        <p:nvSpPr>
          <p:cNvPr id="12" name="Text Placeholder 11">
            <a:extLst>
              <a:ext uri="{FF2B5EF4-FFF2-40B4-BE49-F238E27FC236}">
                <a16:creationId xmlns:a16="http://schemas.microsoft.com/office/drawing/2014/main" id="{9CC19BCA-4923-4952-996B-EDA82BCF117C}"/>
              </a:ext>
            </a:extLst>
          </p:cNvPr>
          <p:cNvSpPr>
            <a:spLocks noGrp="1"/>
          </p:cNvSpPr>
          <p:nvPr>
            <p:ph type="body" idx="1"/>
          </p:nvPr>
        </p:nvSpPr>
        <p:spPr>
          <a:xfrm>
            <a:off x="942213" y="3936094"/>
            <a:ext cx="1525208" cy="442246"/>
          </a:xfrm>
        </p:spPr>
        <p:txBody>
          <a:bodyPr rtlCol="0" anchor="ctr"/>
          <a:lstStyle/>
          <a:p>
            <a:pPr algn="ctr" rtl="0"/>
            <a:r>
              <a:rPr lang="en-GB" sz="1600" dirty="0"/>
              <a:t>Azzam Al </a:t>
            </a:r>
            <a:r>
              <a:rPr lang="en-GB" sz="1600" dirty="0" err="1"/>
              <a:t>Sayeh</a:t>
            </a:r>
            <a:r>
              <a:rPr lang="en-GB" sz="1600" dirty="0"/>
              <a:t> </a:t>
            </a:r>
          </a:p>
        </p:txBody>
      </p:sp>
      <p:sp>
        <p:nvSpPr>
          <p:cNvPr id="13" name="Text Placeholder 12">
            <a:extLst>
              <a:ext uri="{FF2B5EF4-FFF2-40B4-BE49-F238E27FC236}">
                <a16:creationId xmlns:a16="http://schemas.microsoft.com/office/drawing/2014/main" id="{CF48DD50-F55B-417A-A09A-9FF61091CD37}"/>
              </a:ext>
            </a:extLst>
          </p:cNvPr>
          <p:cNvSpPr>
            <a:spLocks noGrp="1"/>
          </p:cNvSpPr>
          <p:nvPr>
            <p:ph type="body" idx="13"/>
          </p:nvPr>
        </p:nvSpPr>
        <p:spPr>
          <a:xfrm>
            <a:off x="1110817" y="4755458"/>
            <a:ext cx="1188000" cy="720000"/>
          </a:xfrm>
        </p:spPr>
        <p:txBody>
          <a:bodyPr rtlCol="0" anchor="ctr"/>
          <a:lstStyle/>
          <a:p>
            <a:pPr algn="ctr" rtl="0"/>
            <a:r>
              <a:rPr lang="en-GB" dirty="0"/>
              <a:t>General Manager</a:t>
            </a:r>
          </a:p>
        </p:txBody>
      </p:sp>
      <p:sp>
        <p:nvSpPr>
          <p:cNvPr id="14" name="Text Placeholder 13">
            <a:extLst>
              <a:ext uri="{FF2B5EF4-FFF2-40B4-BE49-F238E27FC236}">
                <a16:creationId xmlns:a16="http://schemas.microsoft.com/office/drawing/2014/main" id="{F7A0AB77-FE60-4102-A808-335BC24E9950}"/>
              </a:ext>
            </a:extLst>
          </p:cNvPr>
          <p:cNvSpPr>
            <a:spLocks noGrp="1"/>
          </p:cNvSpPr>
          <p:nvPr>
            <p:ph type="body" idx="14"/>
          </p:nvPr>
        </p:nvSpPr>
        <p:spPr>
          <a:xfrm>
            <a:off x="3455955" y="3898606"/>
            <a:ext cx="1237334" cy="479734"/>
          </a:xfrm>
        </p:spPr>
        <p:txBody>
          <a:bodyPr rtlCol="0" anchor="ctr"/>
          <a:lstStyle/>
          <a:p>
            <a:pPr algn="ctr" rtl="0"/>
            <a:r>
              <a:rPr lang="en-GB" dirty="0"/>
              <a:t>Hazem </a:t>
            </a:r>
            <a:r>
              <a:rPr lang="en-GB" dirty="0" err="1"/>
              <a:t>Ghorbal</a:t>
            </a:r>
            <a:endParaRPr lang="en-GB" dirty="0"/>
          </a:p>
        </p:txBody>
      </p:sp>
      <p:sp>
        <p:nvSpPr>
          <p:cNvPr id="16" name="Text Placeholder 15">
            <a:extLst>
              <a:ext uri="{FF2B5EF4-FFF2-40B4-BE49-F238E27FC236}">
                <a16:creationId xmlns:a16="http://schemas.microsoft.com/office/drawing/2014/main" id="{2D7A6FC1-6929-4A5F-90E7-8D66A6079B21}"/>
              </a:ext>
            </a:extLst>
          </p:cNvPr>
          <p:cNvSpPr>
            <a:spLocks noGrp="1"/>
          </p:cNvSpPr>
          <p:nvPr>
            <p:ph type="body" idx="16"/>
          </p:nvPr>
        </p:nvSpPr>
        <p:spPr>
          <a:xfrm>
            <a:off x="5681823" y="3951508"/>
            <a:ext cx="1525208" cy="479734"/>
          </a:xfrm>
        </p:spPr>
        <p:txBody>
          <a:bodyPr rtlCol="0" anchor="ctr"/>
          <a:lstStyle/>
          <a:p>
            <a:pPr algn="ctr" rtl="0"/>
            <a:r>
              <a:rPr lang="en-GB" dirty="0"/>
              <a:t>Mohammad Khayat </a:t>
            </a:r>
          </a:p>
        </p:txBody>
      </p:sp>
      <p:sp>
        <p:nvSpPr>
          <p:cNvPr id="18" name="Text Placeholder 17">
            <a:extLst>
              <a:ext uri="{FF2B5EF4-FFF2-40B4-BE49-F238E27FC236}">
                <a16:creationId xmlns:a16="http://schemas.microsoft.com/office/drawing/2014/main" id="{B6AF93C3-3990-4E16-BC70-CEEBCF7E9B79}"/>
              </a:ext>
            </a:extLst>
          </p:cNvPr>
          <p:cNvSpPr>
            <a:spLocks noGrp="1"/>
          </p:cNvSpPr>
          <p:nvPr>
            <p:ph type="body" idx="18"/>
          </p:nvPr>
        </p:nvSpPr>
        <p:spPr>
          <a:xfrm>
            <a:off x="10518524" y="3866560"/>
            <a:ext cx="1237334" cy="479734"/>
          </a:xfrm>
        </p:spPr>
        <p:txBody>
          <a:bodyPr rtlCol="0" anchor="ctr"/>
          <a:lstStyle/>
          <a:p>
            <a:pPr algn="ctr" rtl="0"/>
            <a:r>
              <a:rPr lang="en-GB" dirty="0"/>
              <a:t>Anas Khayat</a:t>
            </a:r>
          </a:p>
        </p:txBody>
      </p:sp>
      <p:sp>
        <p:nvSpPr>
          <p:cNvPr id="32" name="Date Placeholder 31">
            <a:extLst>
              <a:ext uri="{FF2B5EF4-FFF2-40B4-BE49-F238E27FC236}">
                <a16:creationId xmlns:a16="http://schemas.microsoft.com/office/drawing/2014/main" id="{C6073673-4E9F-409B-AC5C-22C9A8D22565}"/>
              </a:ext>
            </a:extLst>
          </p:cNvPr>
          <p:cNvSpPr>
            <a:spLocks noGrp="1"/>
          </p:cNvSpPr>
          <p:nvPr>
            <p:ph type="dt" sz="half" idx="10"/>
          </p:nvPr>
        </p:nvSpPr>
        <p:spPr>
          <a:xfrm>
            <a:off x="7337102" y="6398878"/>
            <a:ext cx="4193908" cy="365125"/>
          </a:xfrm>
        </p:spPr>
        <p:txBody>
          <a:bodyPr rtlCol="0" anchor="ctr"/>
          <a:lstStyle/>
          <a:p>
            <a:pPr algn="ctr" rtl="0"/>
            <a:r>
              <a:rPr lang="en-GB" dirty="0"/>
              <a:t>2/7/20XX</a:t>
            </a:r>
          </a:p>
        </p:txBody>
      </p:sp>
      <p:sp>
        <p:nvSpPr>
          <p:cNvPr id="34" name="Slide Number Placeholder 33">
            <a:extLst>
              <a:ext uri="{FF2B5EF4-FFF2-40B4-BE49-F238E27FC236}">
                <a16:creationId xmlns:a16="http://schemas.microsoft.com/office/drawing/2014/main" id="{97124BB6-5243-455D-83FF-AE2077E38773}"/>
              </a:ext>
            </a:extLst>
          </p:cNvPr>
          <p:cNvSpPr>
            <a:spLocks noGrp="1"/>
          </p:cNvSpPr>
          <p:nvPr>
            <p:ph type="sldNum" sz="quarter" idx="12"/>
          </p:nvPr>
        </p:nvSpPr>
        <p:spPr>
          <a:xfrm>
            <a:off x="11602477" y="6398878"/>
            <a:ext cx="470887" cy="365125"/>
          </a:xfrm>
        </p:spPr>
        <p:txBody>
          <a:bodyPr rtlCol="0" anchor="ctr"/>
          <a:lstStyle/>
          <a:p>
            <a:pPr algn="ctr" rtl="0"/>
            <a:fld id="{312CC964-A50B-4C29-B4E4-2C30BB34CCF3}" type="slidenum">
              <a:rPr lang="en-GB" smtClean="0"/>
              <a:pPr algn="ctr" rtl="0"/>
              <a:t>15</a:t>
            </a:fld>
            <a:endParaRPr lang="en-GB" dirty="0"/>
          </a:p>
        </p:txBody>
      </p:sp>
      <p:pic>
        <p:nvPicPr>
          <p:cNvPr id="5" name="Picture Placeholder 4" descr="A person with a mustache and glasses&#10;&#10;Description automatically generated">
            <a:extLst>
              <a:ext uri="{FF2B5EF4-FFF2-40B4-BE49-F238E27FC236}">
                <a16:creationId xmlns:a16="http://schemas.microsoft.com/office/drawing/2014/main" id="{740DADF7-7752-3A8C-E6D0-B89ED0D0A016}"/>
              </a:ext>
            </a:extLst>
          </p:cNvPr>
          <p:cNvPicPr>
            <a:picLocks noGrp="1" noChangeAspect="1"/>
          </p:cNvPicPr>
          <p:nvPr>
            <p:ph type="pic" sz="quarter" idx="20"/>
          </p:nvPr>
        </p:nvPicPr>
        <p:blipFill>
          <a:blip r:embed="rId2"/>
          <a:srcRect t="16595" b="16595"/>
          <a:stretch>
            <a:fillRect/>
          </a:stretch>
        </p:blipFill>
        <p:spPr>
          <a:xfrm>
            <a:off x="947059" y="2391359"/>
            <a:ext cx="1375230" cy="1277485"/>
          </a:xfrm>
        </p:spPr>
      </p:pic>
      <p:pic>
        <p:nvPicPr>
          <p:cNvPr id="22" name="Picture Placeholder 21" descr="A person smiling at the camera&#10;&#10;Description automatically generated">
            <a:extLst>
              <a:ext uri="{FF2B5EF4-FFF2-40B4-BE49-F238E27FC236}">
                <a16:creationId xmlns:a16="http://schemas.microsoft.com/office/drawing/2014/main" id="{E1EE12CF-9150-3665-77AF-4B82C4F5AB4D}"/>
              </a:ext>
            </a:extLst>
          </p:cNvPr>
          <p:cNvPicPr>
            <a:picLocks noGrp="1" noChangeAspect="1"/>
          </p:cNvPicPr>
          <p:nvPr>
            <p:ph type="pic" sz="quarter" idx="22"/>
          </p:nvPr>
        </p:nvPicPr>
        <p:blipFill>
          <a:blip r:embed="rId3"/>
          <a:srcRect t="9453" b="9453"/>
          <a:stretch>
            <a:fillRect/>
          </a:stretch>
        </p:blipFill>
        <p:spPr>
          <a:xfrm>
            <a:off x="8070114" y="2316163"/>
            <a:ext cx="1440000" cy="1382156"/>
          </a:xfrm>
        </p:spPr>
      </p:pic>
      <p:sp>
        <p:nvSpPr>
          <p:cNvPr id="23" name="Text Placeholder 12">
            <a:extLst>
              <a:ext uri="{FF2B5EF4-FFF2-40B4-BE49-F238E27FC236}">
                <a16:creationId xmlns:a16="http://schemas.microsoft.com/office/drawing/2014/main" id="{AB44B63E-D992-48B0-FFC1-5EBBEC7BFC85}"/>
              </a:ext>
            </a:extLst>
          </p:cNvPr>
          <p:cNvSpPr txBox="1">
            <a:spLocks/>
          </p:cNvSpPr>
          <p:nvPr/>
        </p:nvSpPr>
        <p:spPr>
          <a:xfrm>
            <a:off x="806601" y="5528134"/>
            <a:ext cx="1963236" cy="741904"/>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000" kern="1200">
                <a:solidFill>
                  <a:schemeClr val="tx1">
                    <a:lumMod val="50000"/>
                    <a:lumOff val="50000"/>
                  </a:schemeClr>
                </a:solidFill>
                <a:latin typeface="+mj-lt"/>
                <a:ea typeface="+mn-ea"/>
                <a:cs typeface="+mn-cs"/>
              </a:defRPr>
            </a:lvl1pPr>
            <a:lvl2pPr marL="457200" indent="0" algn="l" defTabSz="914400" rtl="0" eaLnBrk="1" latinLnBrk="0" hangingPunct="1">
              <a:lnSpc>
                <a:spcPct val="100000"/>
              </a:lnSpc>
              <a:spcBef>
                <a:spcPts val="500"/>
              </a:spcBef>
              <a:buSzPct val="80000"/>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500"/>
              </a:spcBef>
              <a:buSzPct val="80000"/>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GB" sz="1400" dirty="0"/>
              <a:t>Civil Engineer  35 Year Exp With Ben Laden </a:t>
            </a:r>
          </a:p>
        </p:txBody>
      </p:sp>
      <p:sp>
        <p:nvSpPr>
          <p:cNvPr id="24" name="Text Placeholder 12">
            <a:extLst>
              <a:ext uri="{FF2B5EF4-FFF2-40B4-BE49-F238E27FC236}">
                <a16:creationId xmlns:a16="http://schemas.microsoft.com/office/drawing/2014/main" id="{BF512730-9ADF-F666-D947-DA5CCFF5BD1E}"/>
              </a:ext>
            </a:extLst>
          </p:cNvPr>
          <p:cNvSpPr txBox="1">
            <a:spLocks/>
          </p:cNvSpPr>
          <p:nvPr/>
        </p:nvSpPr>
        <p:spPr>
          <a:xfrm>
            <a:off x="3044403" y="5566576"/>
            <a:ext cx="1963236" cy="741904"/>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000" kern="1200">
                <a:solidFill>
                  <a:schemeClr val="tx1">
                    <a:lumMod val="50000"/>
                    <a:lumOff val="50000"/>
                  </a:schemeClr>
                </a:solidFill>
                <a:latin typeface="+mj-lt"/>
                <a:ea typeface="+mn-ea"/>
                <a:cs typeface="+mn-cs"/>
              </a:defRPr>
            </a:lvl1pPr>
            <a:lvl2pPr marL="457200" indent="0" algn="l" defTabSz="914400" rtl="0" eaLnBrk="1" latinLnBrk="0" hangingPunct="1">
              <a:lnSpc>
                <a:spcPct val="100000"/>
              </a:lnSpc>
              <a:spcBef>
                <a:spcPts val="500"/>
              </a:spcBef>
              <a:buSzPct val="80000"/>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500"/>
              </a:spcBef>
              <a:buSzPct val="80000"/>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GB" sz="1600" dirty="0"/>
              <a:t>interior designer</a:t>
            </a:r>
            <a:br>
              <a:rPr lang="en-GB" sz="1600" dirty="0"/>
            </a:br>
            <a:r>
              <a:rPr lang="en-GB" sz="1600" dirty="0"/>
              <a:t>18 Years Exp</a:t>
            </a:r>
          </a:p>
        </p:txBody>
      </p:sp>
      <p:sp>
        <p:nvSpPr>
          <p:cNvPr id="26" name="Text Placeholder 12">
            <a:extLst>
              <a:ext uri="{FF2B5EF4-FFF2-40B4-BE49-F238E27FC236}">
                <a16:creationId xmlns:a16="http://schemas.microsoft.com/office/drawing/2014/main" id="{F26DB57F-1565-43D0-ECDE-6975A30BC12B}"/>
              </a:ext>
            </a:extLst>
          </p:cNvPr>
          <p:cNvSpPr txBox="1">
            <a:spLocks/>
          </p:cNvSpPr>
          <p:nvPr/>
        </p:nvSpPr>
        <p:spPr>
          <a:xfrm>
            <a:off x="5441371" y="5579066"/>
            <a:ext cx="1963236" cy="741904"/>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000" kern="1200">
                <a:solidFill>
                  <a:schemeClr val="tx1">
                    <a:lumMod val="50000"/>
                    <a:lumOff val="50000"/>
                  </a:schemeClr>
                </a:solidFill>
                <a:latin typeface="+mj-lt"/>
                <a:ea typeface="+mn-ea"/>
                <a:cs typeface="+mn-cs"/>
              </a:defRPr>
            </a:lvl1pPr>
            <a:lvl2pPr marL="457200" indent="0" algn="l" defTabSz="914400" rtl="0" eaLnBrk="1" latinLnBrk="0" hangingPunct="1">
              <a:lnSpc>
                <a:spcPct val="100000"/>
              </a:lnSpc>
              <a:spcBef>
                <a:spcPts val="500"/>
              </a:spcBef>
              <a:buSzPct val="80000"/>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500"/>
              </a:spcBef>
              <a:buSzPct val="80000"/>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GB" sz="1600" b="1" dirty="0"/>
              <a:t>Network Eng With 15 Year Exp</a:t>
            </a:r>
            <a:endParaRPr lang="en-GB" sz="1600" dirty="0"/>
          </a:p>
        </p:txBody>
      </p:sp>
      <p:sp>
        <p:nvSpPr>
          <p:cNvPr id="30" name="Text Placeholder 12">
            <a:extLst>
              <a:ext uri="{FF2B5EF4-FFF2-40B4-BE49-F238E27FC236}">
                <a16:creationId xmlns:a16="http://schemas.microsoft.com/office/drawing/2014/main" id="{20B86B6C-AEA5-B61F-954F-6B4CDD60E17E}"/>
              </a:ext>
            </a:extLst>
          </p:cNvPr>
          <p:cNvSpPr txBox="1">
            <a:spLocks/>
          </p:cNvSpPr>
          <p:nvPr/>
        </p:nvSpPr>
        <p:spPr>
          <a:xfrm>
            <a:off x="7838340" y="5582695"/>
            <a:ext cx="1963236" cy="741904"/>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000" kern="1200">
                <a:solidFill>
                  <a:schemeClr val="tx1">
                    <a:lumMod val="50000"/>
                    <a:lumOff val="50000"/>
                  </a:schemeClr>
                </a:solidFill>
                <a:latin typeface="+mj-lt"/>
                <a:ea typeface="+mn-ea"/>
                <a:cs typeface="+mn-cs"/>
              </a:defRPr>
            </a:lvl1pPr>
            <a:lvl2pPr marL="457200" indent="0" algn="l" defTabSz="914400" rtl="0" eaLnBrk="1" latinLnBrk="0" hangingPunct="1">
              <a:lnSpc>
                <a:spcPct val="100000"/>
              </a:lnSpc>
              <a:spcBef>
                <a:spcPts val="500"/>
              </a:spcBef>
              <a:buSzPct val="80000"/>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500"/>
              </a:spcBef>
              <a:buSzPct val="80000"/>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GB" sz="1600" b="1" dirty="0"/>
              <a:t>Electrical Eng With Exp 11 Year </a:t>
            </a:r>
            <a:endParaRPr lang="en-GB" sz="1600" dirty="0"/>
          </a:p>
        </p:txBody>
      </p:sp>
      <p:pic>
        <p:nvPicPr>
          <p:cNvPr id="35" name="Picture Placeholder 8" descr="A person in a suit&#10;&#10;Description automatically generated">
            <a:extLst>
              <a:ext uri="{FF2B5EF4-FFF2-40B4-BE49-F238E27FC236}">
                <a16:creationId xmlns:a16="http://schemas.microsoft.com/office/drawing/2014/main" id="{E1C4BDEB-6848-DD22-C9D9-965D21600457}"/>
              </a:ext>
            </a:extLst>
          </p:cNvPr>
          <p:cNvPicPr>
            <a:picLocks noChangeAspect="1"/>
          </p:cNvPicPr>
          <p:nvPr/>
        </p:nvPicPr>
        <p:blipFill>
          <a:blip r:embed="rId4"/>
          <a:srcRect t="8045" b="8045"/>
          <a:stretch>
            <a:fillRect/>
          </a:stretch>
        </p:blipFill>
        <p:spPr>
          <a:xfrm>
            <a:off x="3290701" y="2378207"/>
            <a:ext cx="1440000" cy="1290638"/>
          </a:xfrm>
          <a:prstGeom prst="rect">
            <a:avLst/>
          </a:prstGeom>
          <a:solidFill>
            <a:schemeClr val="accent2"/>
          </a:solidFill>
        </p:spPr>
      </p:pic>
      <p:sp>
        <p:nvSpPr>
          <p:cNvPr id="37" name="Text Placeholder 36">
            <a:extLst>
              <a:ext uri="{FF2B5EF4-FFF2-40B4-BE49-F238E27FC236}">
                <a16:creationId xmlns:a16="http://schemas.microsoft.com/office/drawing/2014/main" id="{4A37816F-1DC8-C054-5F3D-97DB3F043B4B}"/>
              </a:ext>
            </a:extLst>
          </p:cNvPr>
          <p:cNvSpPr>
            <a:spLocks noGrp="1"/>
          </p:cNvSpPr>
          <p:nvPr>
            <p:ph type="body" idx="17"/>
          </p:nvPr>
        </p:nvSpPr>
        <p:spPr>
          <a:xfrm>
            <a:off x="5913702" y="4843224"/>
            <a:ext cx="1188000" cy="720000"/>
          </a:xfrm>
        </p:spPr>
        <p:txBody>
          <a:bodyPr anchor="ctr"/>
          <a:lstStyle/>
          <a:p>
            <a:pPr algn="ctr"/>
            <a:r>
              <a:rPr lang="en-GB" dirty="0"/>
              <a:t>Project Manager</a:t>
            </a:r>
          </a:p>
        </p:txBody>
      </p:sp>
      <p:sp>
        <p:nvSpPr>
          <p:cNvPr id="39" name="Text Placeholder 38">
            <a:extLst>
              <a:ext uri="{FF2B5EF4-FFF2-40B4-BE49-F238E27FC236}">
                <a16:creationId xmlns:a16="http://schemas.microsoft.com/office/drawing/2014/main" id="{AFD9E5E6-38D2-52B4-1723-C61C5EF3FC8D}"/>
              </a:ext>
            </a:extLst>
          </p:cNvPr>
          <p:cNvSpPr>
            <a:spLocks noGrp="1"/>
          </p:cNvSpPr>
          <p:nvPr>
            <p:ph type="body" idx="15"/>
          </p:nvPr>
        </p:nvSpPr>
        <p:spPr>
          <a:xfrm>
            <a:off x="3453534" y="4761767"/>
            <a:ext cx="1188000" cy="720000"/>
          </a:xfrm>
        </p:spPr>
        <p:txBody>
          <a:bodyPr anchor="ctr"/>
          <a:lstStyle/>
          <a:p>
            <a:pPr algn="ctr"/>
            <a:r>
              <a:rPr lang="en-GB" dirty="0"/>
              <a:t>Project Manager</a:t>
            </a:r>
          </a:p>
        </p:txBody>
      </p:sp>
      <p:sp>
        <p:nvSpPr>
          <p:cNvPr id="41" name="Text Placeholder 40">
            <a:extLst>
              <a:ext uri="{FF2B5EF4-FFF2-40B4-BE49-F238E27FC236}">
                <a16:creationId xmlns:a16="http://schemas.microsoft.com/office/drawing/2014/main" id="{C093E83E-2C10-3201-DD87-9AB1BE71B708}"/>
              </a:ext>
            </a:extLst>
          </p:cNvPr>
          <p:cNvSpPr>
            <a:spLocks noGrp="1"/>
          </p:cNvSpPr>
          <p:nvPr>
            <p:ph type="body" idx="19"/>
          </p:nvPr>
        </p:nvSpPr>
        <p:spPr>
          <a:xfrm>
            <a:off x="8261465" y="4761766"/>
            <a:ext cx="1188000" cy="720000"/>
          </a:xfrm>
        </p:spPr>
        <p:txBody>
          <a:bodyPr anchor="ctr"/>
          <a:lstStyle/>
          <a:p>
            <a:pPr algn="ctr"/>
            <a:r>
              <a:rPr lang="en-GB" dirty="0"/>
              <a:t>Project Manager</a:t>
            </a:r>
          </a:p>
        </p:txBody>
      </p:sp>
      <p:sp>
        <p:nvSpPr>
          <p:cNvPr id="42" name="Text Placeholder 17">
            <a:extLst>
              <a:ext uri="{FF2B5EF4-FFF2-40B4-BE49-F238E27FC236}">
                <a16:creationId xmlns:a16="http://schemas.microsoft.com/office/drawing/2014/main" id="{18180B8A-58F2-3CA1-16CA-1B6B88752DE4}"/>
              </a:ext>
            </a:extLst>
          </p:cNvPr>
          <p:cNvSpPr txBox="1">
            <a:spLocks/>
          </p:cNvSpPr>
          <p:nvPr/>
        </p:nvSpPr>
        <p:spPr>
          <a:xfrm>
            <a:off x="8149771" y="3931876"/>
            <a:ext cx="1320100" cy="479734"/>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000" b="1" kern="1200">
                <a:solidFill>
                  <a:schemeClr val="tx1">
                    <a:lumMod val="85000"/>
                    <a:lumOff val="15000"/>
                  </a:schemeClr>
                </a:solidFill>
                <a:latin typeface="+mj-lt"/>
                <a:ea typeface="+mn-ea"/>
                <a:cs typeface="+mn-cs"/>
              </a:defRPr>
            </a:lvl1pPr>
            <a:lvl2pPr marL="457200" indent="0" algn="l" defTabSz="914400" rtl="0" eaLnBrk="1" latinLnBrk="0" hangingPunct="1">
              <a:lnSpc>
                <a:spcPct val="100000"/>
              </a:lnSpc>
              <a:spcBef>
                <a:spcPts val="500"/>
              </a:spcBef>
              <a:buSzPct val="80000"/>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500"/>
              </a:spcBef>
              <a:buSzPct val="80000"/>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rtl="0"/>
            <a:r>
              <a:rPr lang="en-GB" dirty="0"/>
              <a:t>Nader M Abdulhadi </a:t>
            </a:r>
          </a:p>
        </p:txBody>
      </p:sp>
      <p:sp>
        <p:nvSpPr>
          <p:cNvPr id="43" name="Text Placeholder 40">
            <a:extLst>
              <a:ext uri="{FF2B5EF4-FFF2-40B4-BE49-F238E27FC236}">
                <a16:creationId xmlns:a16="http://schemas.microsoft.com/office/drawing/2014/main" id="{F994BF5B-01DA-4287-28FB-B01EFB604D74}"/>
              </a:ext>
            </a:extLst>
          </p:cNvPr>
          <p:cNvSpPr txBox="1">
            <a:spLocks/>
          </p:cNvSpPr>
          <p:nvPr/>
        </p:nvSpPr>
        <p:spPr>
          <a:xfrm>
            <a:off x="10567858" y="4846576"/>
            <a:ext cx="1188000" cy="720000"/>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000" kern="1200">
                <a:solidFill>
                  <a:schemeClr val="tx1">
                    <a:lumMod val="50000"/>
                    <a:lumOff val="50000"/>
                  </a:schemeClr>
                </a:solidFill>
                <a:latin typeface="+mj-lt"/>
                <a:ea typeface="+mn-ea"/>
                <a:cs typeface="+mn-cs"/>
              </a:defRPr>
            </a:lvl1pPr>
            <a:lvl2pPr marL="457200" indent="0" algn="l" defTabSz="914400" rtl="0" eaLnBrk="1" latinLnBrk="0" hangingPunct="1">
              <a:lnSpc>
                <a:spcPct val="100000"/>
              </a:lnSpc>
              <a:spcBef>
                <a:spcPts val="500"/>
              </a:spcBef>
              <a:buSzPct val="80000"/>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500"/>
              </a:spcBef>
              <a:buSzPct val="80000"/>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GB" dirty="0"/>
              <a:t>Project Manager</a:t>
            </a:r>
          </a:p>
        </p:txBody>
      </p:sp>
      <p:sp>
        <p:nvSpPr>
          <p:cNvPr id="44" name="Text Placeholder 12">
            <a:extLst>
              <a:ext uri="{FF2B5EF4-FFF2-40B4-BE49-F238E27FC236}">
                <a16:creationId xmlns:a16="http://schemas.microsoft.com/office/drawing/2014/main" id="{CD92DE61-A821-EA04-58F8-F02380572B6B}"/>
              </a:ext>
            </a:extLst>
          </p:cNvPr>
          <p:cNvSpPr txBox="1">
            <a:spLocks/>
          </p:cNvSpPr>
          <p:nvPr/>
        </p:nvSpPr>
        <p:spPr>
          <a:xfrm>
            <a:off x="10119909" y="5627914"/>
            <a:ext cx="1963236" cy="741904"/>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1000"/>
              </a:spcBef>
              <a:buSzPct val="80000"/>
              <a:buFont typeface="Arial" panose="020B0604020202020204" pitchFamily="34" charset="0"/>
              <a:buNone/>
              <a:defRPr sz="2000" kern="1200">
                <a:solidFill>
                  <a:schemeClr val="tx1">
                    <a:lumMod val="50000"/>
                    <a:lumOff val="50000"/>
                  </a:schemeClr>
                </a:solidFill>
                <a:latin typeface="+mj-lt"/>
                <a:ea typeface="+mn-ea"/>
                <a:cs typeface="+mn-cs"/>
              </a:defRPr>
            </a:lvl1pPr>
            <a:lvl2pPr marL="457200" indent="0" algn="l" defTabSz="914400" rtl="0" eaLnBrk="1" latinLnBrk="0" hangingPunct="1">
              <a:lnSpc>
                <a:spcPct val="100000"/>
              </a:lnSpc>
              <a:spcBef>
                <a:spcPts val="500"/>
              </a:spcBef>
              <a:buSzPct val="80000"/>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500"/>
              </a:spcBef>
              <a:buSzPct val="80000"/>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500"/>
              </a:spcBef>
              <a:buSzPct val="80000"/>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GB" sz="1600" b="1" dirty="0"/>
              <a:t>Mechanical Eng With Exp 5 Year</a:t>
            </a:r>
            <a:endParaRPr lang="en-GB" sz="1600" dirty="0"/>
          </a:p>
        </p:txBody>
      </p:sp>
      <p:pic>
        <p:nvPicPr>
          <p:cNvPr id="52" name="Picture Placeholder 51" descr="A person with a beard and mustache&#10;&#10;Description automatically generated">
            <a:extLst>
              <a:ext uri="{FF2B5EF4-FFF2-40B4-BE49-F238E27FC236}">
                <a16:creationId xmlns:a16="http://schemas.microsoft.com/office/drawing/2014/main" id="{6224C8BA-2804-CA69-98CB-55C4FBDEA5C7}"/>
              </a:ext>
            </a:extLst>
          </p:cNvPr>
          <p:cNvPicPr>
            <a:picLocks noGrp="1" noChangeAspect="1"/>
          </p:cNvPicPr>
          <p:nvPr>
            <p:ph type="pic" sz="quarter" idx="21"/>
          </p:nvPr>
        </p:nvPicPr>
        <p:blipFill>
          <a:blip r:embed="rId5"/>
          <a:srcRect t="12424" b="12424"/>
          <a:stretch>
            <a:fillRect/>
          </a:stretch>
        </p:blipFill>
        <p:spPr>
          <a:xfrm>
            <a:off x="5661025" y="2316163"/>
            <a:ext cx="1441450" cy="1352682"/>
          </a:xfrm>
        </p:spPr>
      </p:pic>
      <p:pic>
        <p:nvPicPr>
          <p:cNvPr id="50" name="Picture Placeholder 49" descr="A person with a beard and mustache&#10;&#10;Description automatically generated">
            <a:extLst>
              <a:ext uri="{FF2B5EF4-FFF2-40B4-BE49-F238E27FC236}">
                <a16:creationId xmlns:a16="http://schemas.microsoft.com/office/drawing/2014/main" id="{3F15ADD7-131C-61BB-F0E7-BEF9F6F214A8}"/>
              </a:ext>
            </a:extLst>
          </p:cNvPr>
          <p:cNvPicPr>
            <a:picLocks noGrp="1" noChangeAspect="1"/>
          </p:cNvPicPr>
          <p:nvPr>
            <p:ph type="pic" sz="quarter" idx="23"/>
          </p:nvPr>
        </p:nvPicPr>
        <p:blipFill>
          <a:blip r:embed="rId6"/>
          <a:srcRect t="14347" b="14347"/>
          <a:stretch>
            <a:fillRect/>
          </a:stretch>
        </p:blipFill>
        <p:spPr>
          <a:xfrm>
            <a:off x="10315858" y="2316163"/>
            <a:ext cx="1440000" cy="1352681"/>
          </a:xfrm>
        </p:spPr>
      </p:pic>
    </p:spTree>
    <p:extLst>
      <p:ext uri="{BB962C8B-B14F-4D97-AF65-F5344CB8AC3E}">
        <p14:creationId xmlns:p14="http://schemas.microsoft.com/office/powerpoint/2010/main" val="276079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32718-615D-445E-861C-ADF040C4B2A4}"/>
              </a:ext>
            </a:extLst>
          </p:cNvPr>
          <p:cNvSpPr>
            <a:spLocks noGrp="1"/>
          </p:cNvSpPr>
          <p:nvPr>
            <p:ph type="title"/>
          </p:nvPr>
        </p:nvSpPr>
        <p:spPr>
          <a:xfrm>
            <a:off x="5146159" y="685800"/>
            <a:ext cx="6238688" cy="1382233"/>
          </a:xfrm>
        </p:spPr>
        <p:txBody>
          <a:bodyPr rtlCol="0"/>
          <a:lstStyle/>
          <a:p>
            <a:pPr rtl="0"/>
            <a:r>
              <a:rPr lang="en-GB"/>
              <a:t>Thank you</a:t>
            </a:r>
          </a:p>
        </p:txBody>
      </p:sp>
      <p:pic>
        <p:nvPicPr>
          <p:cNvPr id="6" name="Picture Placeholder 5" descr="A view of a bridge from below">
            <a:extLst>
              <a:ext uri="{FF2B5EF4-FFF2-40B4-BE49-F238E27FC236}">
                <a16:creationId xmlns:a16="http://schemas.microsoft.com/office/drawing/2014/main" id="{610B39E1-AAA7-4199-8B7C-D12DD364E6D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0" y="-7444"/>
            <a:ext cx="4966447" cy="6846394"/>
          </a:xfrm>
        </p:spPr>
      </p:pic>
      <p:sp>
        <p:nvSpPr>
          <p:cNvPr id="3" name="Content Placeholder 2">
            <a:extLst>
              <a:ext uri="{FF2B5EF4-FFF2-40B4-BE49-F238E27FC236}">
                <a16:creationId xmlns:a16="http://schemas.microsoft.com/office/drawing/2014/main" id="{7137E6E0-B242-46D9-ABE6-B318CABC4509}"/>
              </a:ext>
            </a:extLst>
          </p:cNvPr>
          <p:cNvSpPr>
            <a:spLocks noGrp="1"/>
          </p:cNvSpPr>
          <p:nvPr>
            <p:ph idx="1"/>
          </p:nvPr>
        </p:nvSpPr>
        <p:spPr>
          <a:xfrm>
            <a:off x="4914775" y="2439834"/>
            <a:ext cx="2893911" cy="4040794"/>
          </a:xfrm>
        </p:spPr>
        <p:txBody>
          <a:bodyPr rtlCol="0"/>
          <a:lstStyle/>
          <a:p>
            <a:pPr rtl="0"/>
            <a:r>
              <a:rPr lang="en-GB" dirty="0"/>
              <a:t>New Vision integral for Maintenance &amp; Contracting </a:t>
            </a:r>
          </a:p>
          <a:p>
            <a:pPr rtl="0"/>
            <a:r>
              <a:rPr lang="en-GB" dirty="0"/>
              <a:t>General Manager / Azzam Al </a:t>
            </a:r>
            <a:r>
              <a:rPr lang="en-GB" dirty="0" err="1"/>
              <a:t>Sayeh</a:t>
            </a:r>
            <a:r>
              <a:rPr lang="en-GB" dirty="0"/>
              <a:t> </a:t>
            </a:r>
          </a:p>
          <a:p>
            <a:pPr rtl="0"/>
            <a:r>
              <a:rPr lang="en-GB" dirty="0"/>
              <a:t>a.alsayeh@nvi-sa.com</a:t>
            </a:r>
          </a:p>
          <a:p>
            <a:pPr rtl="0"/>
            <a:r>
              <a:rPr lang="en-GB" dirty="0">
                <a:hlinkClick r:id="rId3"/>
              </a:rPr>
              <a:t>www.nvi-sa.com</a:t>
            </a:r>
            <a:endParaRPr lang="en-GB" dirty="0"/>
          </a:p>
          <a:p>
            <a:pPr rtl="0"/>
            <a:r>
              <a:rPr lang="en-GB" dirty="0"/>
              <a:t>0505976970</a:t>
            </a:r>
          </a:p>
        </p:txBody>
      </p:sp>
      <p:sp>
        <p:nvSpPr>
          <p:cNvPr id="7" name="Date Placeholder 6">
            <a:extLst>
              <a:ext uri="{FF2B5EF4-FFF2-40B4-BE49-F238E27FC236}">
                <a16:creationId xmlns:a16="http://schemas.microsoft.com/office/drawing/2014/main" id="{FF14FC5E-CD12-447F-80A6-B27D30095D2C}"/>
              </a:ext>
            </a:extLst>
          </p:cNvPr>
          <p:cNvSpPr>
            <a:spLocks noGrp="1"/>
          </p:cNvSpPr>
          <p:nvPr>
            <p:ph type="dt" sz="half" idx="10"/>
          </p:nvPr>
        </p:nvSpPr>
        <p:spPr>
          <a:xfrm>
            <a:off x="7337102" y="6398878"/>
            <a:ext cx="4193908" cy="365125"/>
          </a:xfrm>
        </p:spPr>
        <p:txBody>
          <a:bodyPr rtlCol="0"/>
          <a:lstStyle/>
          <a:p>
            <a:pPr rtl="0"/>
            <a:r>
              <a:rPr lang="en-GB"/>
              <a:t>2/7/20XX</a:t>
            </a:r>
          </a:p>
        </p:txBody>
      </p:sp>
      <p:sp>
        <p:nvSpPr>
          <p:cNvPr id="9" name="Slide Number Placeholder 8">
            <a:extLst>
              <a:ext uri="{FF2B5EF4-FFF2-40B4-BE49-F238E27FC236}">
                <a16:creationId xmlns:a16="http://schemas.microsoft.com/office/drawing/2014/main" id="{219C547C-C2F1-493E-9B64-E089F9DBC6A3}"/>
              </a:ext>
            </a:extLst>
          </p:cNvPr>
          <p:cNvSpPr>
            <a:spLocks noGrp="1"/>
          </p:cNvSpPr>
          <p:nvPr>
            <p:ph type="sldNum" sz="quarter" idx="12"/>
          </p:nvPr>
        </p:nvSpPr>
        <p:spPr>
          <a:xfrm>
            <a:off x="11602477" y="6398878"/>
            <a:ext cx="470887" cy="365125"/>
          </a:xfrm>
        </p:spPr>
        <p:txBody>
          <a:bodyPr rtlCol="0"/>
          <a:lstStyle/>
          <a:p>
            <a:pPr rtl="0"/>
            <a:fld id="{312CC964-A50B-4C29-B4E4-2C30BB34CCF3}" type="slidenum">
              <a:rPr lang="en-GB" smtClean="0"/>
              <a:pPr rtl="0"/>
              <a:t>16</a:t>
            </a:fld>
            <a:endParaRPr lang="en-GB" dirty="0"/>
          </a:p>
        </p:txBody>
      </p:sp>
      <p:sp>
        <p:nvSpPr>
          <p:cNvPr id="4" name="Content Placeholder 2">
            <a:extLst>
              <a:ext uri="{FF2B5EF4-FFF2-40B4-BE49-F238E27FC236}">
                <a16:creationId xmlns:a16="http://schemas.microsoft.com/office/drawing/2014/main" id="{5BAD68DC-C582-F54C-B25B-B449F464EA08}"/>
              </a:ext>
            </a:extLst>
          </p:cNvPr>
          <p:cNvSpPr txBox="1">
            <a:spLocks/>
          </p:cNvSpPr>
          <p:nvPr/>
        </p:nvSpPr>
        <p:spPr>
          <a:xfrm>
            <a:off x="8456245" y="2476122"/>
            <a:ext cx="2893911" cy="40407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None/>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New Vision integral for Maintenance &amp; Contracting </a:t>
            </a:r>
          </a:p>
          <a:p>
            <a:r>
              <a:rPr lang="en-GB" dirty="0"/>
              <a:t>Sales Manger / Abdulhai Hambrouch</a:t>
            </a:r>
          </a:p>
          <a:p>
            <a:r>
              <a:rPr lang="en-GB" dirty="0"/>
              <a:t>a.ahmed@nvi-sa.com</a:t>
            </a:r>
          </a:p>
          <a:p>
            <a:r>
              <a:rPr lang="en-GB" dirty="0">
                <a:hlinkClick r:id="rId3"/>
              </a:rPr>
              <a:t>www.nvi-sa.com</a:t>
            </a:r>
            <a:endParaRPr lang="en-GB" dirty="0"/>
          </a:p>
          <a:p>
            <a:r>
              <a:rPr lang="en-GB" dirty="0"/>
              <a:t>0550696190</a:t>
            </a:r>
          </a:p>
        </p:txBody>
      </p:sp>
    </p:spTree>
    <p:extLst>
      <p:ext uri="{BB962C8B-B14F-4D97-AF65-F5344CB8AC3E}">
        <p14:creationId xmlns:p14="http://schemas.microsoft.com/office/powerpoint/2010/main" val="3043070934"/>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4515160.tgt.Office_50301404_TF22797433_Win32_OJ112196092" id="{2903BBB8-BE33-4839-B169-4F85AEBE70D9}" vid="{0C7966E0-5557-440A-B8C8-2E4B23DE76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05BE8B2-7177-4450-829C-54ECE0CF997E}">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1E8BDE-7A03-4563-82F6-53B214F895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15CABE4-909F-4611-A0E1-6E45080B3C9E}">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207C1F5B-A1D0-429A-8E7C-3E271353D1E0}">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{60017C66-1562-4C63-A615-29FEDE483EB3}tf22797433_win32</Template>
  <TotalTime>0</TotalTime>
  <Words>1535</Words>
  <Application>Microsoft Office PowerPoint</Application>
  <PresentationFormat>Widescreen</PresentationFormat>
  <Paragraphs>224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Roboto</vt:lpstr>
      <vt:lpstr>Univers Condensed Light</vt:lpstr>
      <vt:lpstr>Univers Condensed Light (Body)</vt:lpstr>
      <vt:lpstr>Walbaum Display Light</vt:lpstr>
      <vt:lpstr>Walbaum Display Light (Headings)</vt:lpstr>
      <vt:lpstr>AngleLinesVTI</vt:lpstr>
      <vt:lpstr>Company Profile</vt:lpstr>
      <vt:lpstr>CONTENTS</vt:lpstr>
      <vt:lpstr>Introduction</vt:lpstr>
      <vt:lpstr>Gaining customer trust and satisfaction. Building a long-term relationship through project implementation and maintenance . Our focus has always been on customer satisfaction, which cannot be compromised or tolerated in any way. NVI is a source of pride and pride, and we will create opportunities to achieve what is exceptional and gain further development and success. We will remain a company under effective management informed by stable and well-established principles that preserve the honour of the profession, and constantly strive to achieve development, move forward, and achieve integrity and honesty because they are our values and morals that we adhere to in our company and cherish, and we will constantly strive to embrace the abundance of effective experiences and capabilities in society and in the enterprise community.</vt:lpstr>
      <vt:lpstr>Our mission is to become a leading building firm from creative design solutions and maintenance  to execution delivery that resolve our clients; social, environmental and economic needs  We don’t  just want to build things, we are  committed  to enhancing people’s lives  through the built  environment. We work  closely on informing our  clients about  long-term savings of doing job  properly  the first time with preventive mainte-   nance planned from the beginning. This re-   quires accurate engineering, detail orient ed  project management, and timely  inter-commu-  nication, that is how we  provide “ Worry-Free  Construction.</vt:lpstr>
      <vt:lpstr>Field Of Expertise</vt:lpstr>
      <vt:lpstr>Engineering Works &amp; Planning Works </vt:lpstr>
      <vt:lpstr>Fit-out and interior design</vt:lpstr>
      <vt:lpstr>Structure Works</vt:lpstr>
      <vt:lpstr>Electrical Works &amp; Low Current Work</vt:lpstr>
      <vt:lpstr>Low Current Work</vt:lpstr>
      <vt:lpstr>Mechanical Works</vt:lpstr>
      <vt:lpstr>Plumbing Works</vt:lpstr>
      <vt:lpstr>Maintain facilities </vt:lpstr>
      <vt:lpstr>team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abdulhai hambrouch</dc:creator>
  <cp:lastModifiedBy>abdulhai hambrouch</cp:lastModifiedBy>
  <cp:revision>6</cp:revision>
  <dcterms:created xsi:type="dcterms:W3CDTF">2024-12-10T21:08:54Z</dcterms:created>
  <dcterms:modified xsi:type="dcterms:W3CDTF">2024-12-11T08:40:10Z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